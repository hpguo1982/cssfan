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58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9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emf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emf"/><Relationship Id="rId8" Type="http://schemas.openxmlformats.org/officeDocument/2006/relationships/image" Target="../media/image10.emf"/><Relationship Id="rId7" Type="http://schemas.openxmlformats.org/officeDocument/2006/relationships/image" Target="../media/image9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68.xml"/><Relationship Id="rId24" Type="http://schemas.openxmlformats.org/officeDocument/2006/relationships/image" Target="../media/image26.emf"/><Relationship Id="rId23" Type="http://schemas.openxmlformats.org/officeDocument/2006/relationships/image" Target="../media/image25.emf"/><Relationship Id="rId22" Type="http://schemas.openxmlformats.org/officeDocument/2006/relationships/image" Target="../media/image24.emf"/><Relationship Id="rId21" Type="http://schemas.openxmlformats.org/officeDocument/2006/relationships/image" Target="../media/image23.emf"/><Relationship Id="rId20" Type="http://schemas.openxmlformats.org/officeDocument/2006/relationships/image" Target="../media/image22.emf"/><Relationship Id="rId2" Type="http://schemas.openxmlformats.org/officeDocument/2006/relationships/image" Target="../media/image4.emf"/><Relationship Id="rId19" Type="http://schemas.openxmlformats.org/officeDocument/2006/relationships/image" Target="../media/image21.emf"/><Relationship Id="rId18" Type="http://schemas.openxmlformats.org/officeDocument/2006/relationships/image" Target="../media/image20.emf"/><Relationship Id="rId17" Type="http://schemas.openxmlformats.org/officeDocument/2006/relationships/image" Target="../media/image19.emf"/><Relationship Id="rId16" Type="http://schemas.openxmlformats.org/officeDocument/2006/relationships/image" Target="../media/image18.emf"/><Relationship Id="rId15" Type="http://schemas.openxmlformats.org/officeDocument/2006/relationships/image" Target="../media/image17.emf"/><Relationship Id="rId14" Type="http://schemas.openxmlformats.org/officeDocument/2006/relationships/image" Target="../media/image16.emf"/><Relationship Id="rId13" Type="http://schemas.openxmlformats.org/officeDocument/2006/relationships/image" Target="../media/image15.emf"/><Relationship Id="rId12" Type="http://schemas.openxmlformats.org/officeDocument/2006/relationships/image" Target="../media/image14.emf"/><Relationship Id="rId11" Type="http://schemas.openxmlformats.org/officeDocument/2006/relationships/image" Target="../media/image13.emf"/><Relationship Id="rId10" Type="http://schemas.openxmlformats.org/officeDocument/2006/relationships/image" Target="../media/image12.emf"/><Relationship Id="rId1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30.emf"/><Relationship Id="rId7" Type="http://schemas.openxmlformats.org/officeDocument/2006/relationships/tags" Target="../tags/tag72.xml"/><Relationship Id="rId6" Type="http://schemas.openxmlformats.org/officeDocument/2006/relationships/image" Target="../media/image29.emf"/><Relationship Id="rId5" Type="http://schemas.openxmlformats.org/officeDocument/2006/relationships/tags" Target="../tags/tag71.xml"/><Relationship Id="rId4" Type="http://schemas.openxmlformats.org/officeDocument/2006/relationships/image" Target="../media/image28.emf"/><Relationship Id="rId3" Type="http://schemas.openxmlformats.org/officeDocument/2006/relationships/tags" Target="../tags/tag70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27.emf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image" Target="../media/image32.emf"/><Relationship Id="rId11" Type="http://schemas.openxmlformats.org/officeDocument/2006/relationships/tags" Target="../tags/tag74.xml"/><Relationship Id="rId10" Type="http://schemas.openxmlformats.org/officeDocument/2006/relationships/image" Target="../media/image31.emf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圆角矩形 92"/>
          <p:cNvSpPr/>
          <p:nvPr/>
        </p:nvSpPr>
        <p:spPr>
          <a:xfrm>
            <a:off x="1885950" y="4645660"/>
            <a:ext cx="10267950" cy="606425"/>
          </a:xfrm>
          <a:prstGeom prst="roundRect">
            <a:avLst>
              <a:gd name="adj" fmla="val 4362"/>
            </a:avLst>
          </a:prstGeom>
          <a:solidFill>
            <a:srgbClr val="F2F2F2"/>
          </a:solidFill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885950" y="748665"/>
            <a:ext cx="10267315" cy="3841750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4451985" y="1134745"/>
            <a:ext cx="3303270" cy="3380105"/>
          </a:xfrm>
          <a:prstGeom prst="roundRect">
            <a:avLst>
              <a:gd name="adj" fmla="val 0"/>
            </a:avLst>
          </a:prstGeom>
          <a:solidFill>
            <a:srgbClr val="E3F2F5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7755890" y="1134110"/>
            <a:ext cx="4330065" cy="338074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1951990" y="1134745"/>
            <a:ext cx="2500630" cy="3380105"/>
          </a:xfrm>
          <a:prstGeom prst="roundRect">
            <a:avLst>
              <a:gd name="adj" fmla="val 0"/>
            </a:avLst>
          </a:prstGeom>
          <a:solidFill>
            <a:srgbClr val="FFF0C8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矩形 135"/>
          <p:cNvSpPr>
            <a:spLocks noChangeAspect="1"/>
          </p:cNvSpPr>
          <p:nvPr/>
        </p:nvSpPr>
        <p:spPr>
          <a:xfrm>
            <a:off x="487045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640080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762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742950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1016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900430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1270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2200275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2360930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2487295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2621915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>
            <a:stCxn id="136" idx="3"/>
            <a:endCxn id="8" idx="1"/>
          </p:cNvCxnSpPr>
          <p:nvPr/>
        </p:nvCxnSpPr>
        <p:spPr>
          <a:xfrm>
            <a:off x="1494790" y="3989705"/>
            <a:ext cx="705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5" idx="3"/>
            <a:endCxn id="9" idx="1"/>
          </p:cNvCxnSpPr>
          <p:nvPr/>
        </p:nvCxnSpPr>
        <p:spPr>
          <a:xfrm>
            <a:off x="1414145" y="3165475"/>
            <a:ext cx="9467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3"/>
            <a:endCxn id="10" idx="1"/>
          </p:cNvCxnSpPr>
          <p:nvPr/>
        </p:nvCxnSpPr>
        <p:spPr>
          <a:xfrm>
            <a:off x="1264920" y="2400935"/>
            <a:ext cx="122237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3"/>
            <a:endCxn id="11" idx="1"/>
          </p:cNvCxnSpPr>
          <p:nvPr/>
        </p:nvCxnSpPr>
        <p:spPr>
          <a:xfrm>
            <a:off x="1152525" y="1639570"/>
            <a:ext cx="146939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ChangeAspect="1"/>
          </p:cNvSpPr>
          <p:nvPr/>
        </p:nvSpPr>
        <p:spPr>
          <a:xfrm>
            <a:off x="3759200" y="1878965"/>
            <a:ext cx="504086" cy="10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7" name="直接箭头连接符 16"/>
          <p:cNvCxnSpPr>
            <a:stCxn id="10" idx="3"/>
            <a:endCxn id="15" idx="1"/>
          </p:cNvCxnSpPr>
          <p:nvPr/>
        </p:nvCxnSpPr>
        <p:spPr>
          <a:xfrm>
            <a:off x="3009265" y="2400935"/>
            <a:ext cx="7499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1" idx="3"/>
            <a:endCxn id="8" idx="3"/>
          </p:cNvCxnSpPr>
          <p:nvPr/>
        </p:nvCxnSpPr>
        <p:spPr>
          <a:xfrm>
            <a:off x="2874010" y="1639570"/>
            <a:ext cx="334010" cy="2350135"/>
          </a:xfrm>
          <a:prstGeom prst="bentConnector3">
            <a:avLst>
              <a:gd name="adj1" fmla="val 171293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9" idx="3"/>
            <a:endCxn id="8" idx="3"/>
          </p:cNvCxnSpPr>
          <p:nvPr/>
        </p:nvCxnSpPr>
        <p:spPr>
          <a:xfrm>
            <a:off x="3134995" y="3165475"/>
            <a:ext cx="73025" cy="824230"/>
          </a:xfrm>
          <a:prstGeom prst="bentConnector3">
            <a:avLst>
              <a:gd name="adj1" fmla="val 42608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4726940" y="2358390"/>
            <a:ext cx="792000" cy="800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02" name="圆角矩形 101"/>
          <p:cNvSpPr/>
          <p:nvPr/>
        </p:nvSpPr>
        <p:spPr>
          <a:xfrm>
            <a:off x="5801995" y="2244725"/>
            <a:ext cx="576000" cy="3238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STB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69" name="Google Shape;128;p19"/>
          <p:cNvGrpSpPr>
            <a:grpSpLocks noChangeAspect="1"/>
          </p:cNvGrpSpPr>
          <p:nvPr/>
        </p:nvGrpSpPr>
        <p:grpSpPr>
          <a:xfrm>
            <a:off x="6582725" y="2317620"/>
            <a:ext cx="180000" cy="180000"/>
            <a:chOff x="7503475" y="3745100"/>
            <a:chExt cx="535200" cy="535200"/>
          </a:xfrm>
        </p:grpSpPr>
        <p:pic>
          <p:nvPicPr>
            <p:cNvPr id="170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23" name="直接箭头连接符 22"/>
          <p:cNvCxnSpPr>
            <a:stCxn id="15" idx="3"/>
            <a:endCxn id="20" idx="1"/>
          </p:cNvCxnSpPr>
          <p:nvPr/>
        </p:nvCxnSpPr>
        <p:spPr>
          <a:xfrm flipV="1">
            <a:off x="4263390" y="2398395"/>
            <a:ext cx="46355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520055" y="2406015"/>
            <a:ext cx="2895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5" idx="3"/>
            <a:endCxn id="171" idx="0"/>
          </p:cNvCxnSpPr>
          <p:nvPr/>
        </p:nvCxnSpPr>
        <p:spPr>
          <a:xfrm flipV="1">
            <a:off x="4263390" y="2317750"/>
            <a:ext cx="2409190" cy="83185"/>
          </a:xfrm>
          <a:prstGeom prst="bentConnector4">
            <a:avLst>
              <a:gd name="adj1" fmla="val 10279"/>
              <a:gd name="adj2" fmla="val 480916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2" idx="3"/>
            <a:endCxn id="171" idx="2"/>
          </p:cNvCxnSpPr>
          <p:nvPr/>
        </p:nvCxnSpPr>
        <p:spPr>
          <a:xfrm>
            <a:off x="6377940" y="2406650"/>
            <a:ext cx="204470" cy="127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ChangeAspect="1"/>
          </p:cNvSpPr>
          <p:nvPr/>
        </p:nvSpPr>
        <p:spPr>
          <a:xfrm>
            <a:off x="7033895" y="1886585"/>
            <a:ext cx="504086" cy="10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28" name="直接箭头连接符 27"/>
          <p:cNvCxnSpPr>
            <a:stCxn id="171" idx="6"/>
            <a:endCxn id="27" idx="1"/>
          </p:cNvCxnSpPr>
          <p:nvPr/>
        </p:nvCxnSpPr>
        <p:spPr>
          <a:xfrm>
            <a:off x="6762115" y="2407920"/>
            <a:ext cx="27178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>
            <a:spLocks noChangeAspect="1"/>
          </p:cNvSpPr>
          <p:nvPr/>
        </p:nvSpPr>
        <p:spPr>
          <a:xfrm>
            <a:off x="8073390" y="2976245"/>
            <a:ext cx="1008000" cy="20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8142605" y="2386330"/>
            <a:ext cx="774000" cy="15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8268970" y="1889125"/>
            <a:ext cx="522000" cy="10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矩形 21"/>
          <p:cNvSpPr>
            <a:spLocks noChangeAspect="1"/>
          </p:cNvSpPr>
          <p:nvPr/>
        </p:nvSpPr>
        <p:spPr>
          <a:xfrm>
            <a:off x="8403590" y="1382395"/>
            <a:ext cx="252000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0" name="肘形连接符 29"/>
          <p:cNvCxnSpPr>
            <a:stCxn id="22" idx="1"/>
            <a:endCxn id="4" idx="1"/>
          </p:cNvCxnSpPr>
          <p:nvPr/>
        </p:nvCxnSpPr>
        <p:spPr>
          <a:xfrm rot="10800000" flipV="1">
            <a:off x="8073390" y="1634490"/>
            <a:ext cx="330200" cy="2350135"/>
          </a:xfrm>
          <a:prstGeom prst="bentConnector3">
            <a:avLst>
              <a:gd name="adj1" fmla="val 172115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1"/>
            <a:endCxn id="16" idx="1"/>
          </p:cNvCxnSpPr>
          <p:nvPr/>
        </p:nvCxnSpPr>
        <p:spPr>
          <a:xfrm rot="10800000" flipV="1">
            <a:off x="8142605" y="2411095"/>
            <a:ext cx="126365" cy="749300"/>
          </a:xfrm>
          <a:prstGeom prst="bentConnector3">
            <a:avLst>
              <a:gd name="adj1" fmla="val 3432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7" idx="3"/>
            <a:endCxn id="21" idx="1"/>
          </p:cNvCxnSpPr>
          <p:nvPr/>
        </p:nvCxnSpPr>
        <p:spPr>
          <a:xfrm>
            <a:off x="7538085" y="2408555"/>
            <a:ext cx="730885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Google Shape;130;p19"/>
          <p:cNvSpPr>
            <a:spLocks noChangeAspect="1"/>
          </p:cNvSpPr>
          <p:nvPr/>
        </p:nvSpPr>
        <p:spPr>
          <a:xfrm>
            <a:off x="9389745" y="3894455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4" name="Google Shape;130;p19"/>
          <p:cNvSpPr>
            <a:spLocks noChangeAspect="1"/>
          </p:cNvSpPr>
          <p:nvPr/>
        </p:nvSpPr>
        <p:spPr>
          <a:xfrm>
            <a:off x="9394190" y="3068320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Google Shape;130;p19"/>
          <p:cNvSpPr>
            <a:spLocks noChangeAspect="1"/>
          </p:cNvSpPr>
          <p:nvPr/>
        </p:nvSpPr>
        <p:spPr>
          <a:xfrm>
            <a:off x="9393555" y="2317750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6" name="Google Shape;130;p19"/>
          <p:cNvSpPr>
            <a:spLocks noChangeAspect="1"/>
          </p:cNvSpPr>
          <p:nvPr/>
        </p:nvSpPr>
        <p:spPr>
          <a:xfrm>
            <a:off x="9389745" y="1543050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37" name="肘形连接符 36"/>
          <p:cNvCxnSpPr>
            <a:stCxn id="8" idx="3"/>
            <a:endCxn id="33" idx="4"/>
          </p:cNvCxnSpPr>
          <p:nvPr/>
        </p:nvCxnSpPr>
        <p:spPr>
          <a:xfrm>
            <a:off x="3208020" y="3989705"/>
            <a:ext cx="6271895" cy="84455"/>
          </a:xfrm>
          <a:prstGeom prst="bentConnector4">
            <a:avLst>
              <a:gd name="adj1" fmla="val 40"/>
              <a:gd name="adj2" fmla="val 467669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9" idx="3"/>
            <a:endCxn id="34" idx="4"/>
          </p:cNvCxnSpPr>
          <p:nvPr/>
        </p:nvCxnSpPr>
        <p:spPr>
          <a:xfrm>
            <a:off x="3134995" y="3165475"/>
            <a:ext cx="6349365" cy="82550"/>
          </a:xfrm>
          <a:prstGeom prst="bentConnector4">
            <a:avLst>
              <a:gd name="adj1" fmla="val 170"/>
              <a:gd name="adj2" fmla="val 41923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4" idx="3"/>
            <a:endCxn id="33" idx="2"/>
          </p:cNvCxnSpPr>
          <p:nvPr/>
        </p:nvCxnSpPr>
        <p:spPr>
          <a:xfrm>
            <a:off x="9081135" y="3984625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6" idx="3"/>
            <a:endCxn id="34" idx="2"/>
          </p:cNvCxnSpPr>
          <p:nvPr/>
        </p:nvCxnSpPr>
        <p:spPr>
          <a:xfrm flipV="1">
            <a:off x="8916670" y="3158490"/>
            <a:ext cx="477520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1" idx="3"/>
            <a:endCxn id="35" idx="2"/>
          </p:cNvCxnSpPr>
          <p:nvPr/>
        </p:nvCxnSpPr>
        <p:spPr>
          <a:xfrm flipV="1">
            <a:off x="8790940" y="2407920"/>
            <a:ext cx="602615" cy="3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2" idx="3"/>
            <a:endCxn id="36" idx="2"/>
          </p:cNvCxnSpPr>
          <p:nvPr/>
        </p:nvCxnSpPr>
        <p:spPr>
          <a:xfrm flipV="1">
            <a:off x="8655685" y="1633220"/>
            <a:ext cx="734060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10" idx="3"/>
            <a:endCxn id="35" idx="4"/>
          </p:cNvCxnSpPr>
          <p:nvPr/>
        </p:nvCxnSpPr>
        <p:spPr>
          <a:xfrm>
            <a:off x="3009265" y="2400935"/>
            <a:ext cx="6474460" cy="96520"/>
          </a:xfrm>
          <a:prstGeom prst="bentConnector4">
            <a:avLst>
              <a:gd name="adj1" fmla="val 186"/>
              <a:gd name="adj2" fmla="val 334868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1" idx="3"/>
            <a:endCxn id="36" idx="4"/>
          </p:cNvCxnSpPr>
          <p:nvPr/>
        </p:nvCxnSpPr>
        <p:spPr>
          <a:xfrm>
            <a:off x="2874010" y="1639570"/>
            <a:ext cx="6605905" cy="83185"/>
          </a:xfrm>
          <a:prstGeom prst="bentConnector4">
            <a:avLst>
              <a:gd name="adj1" fmla="val 134"/>
              <a:gd name="adj2" fmla="val 322137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9992995" y="1470660"/>
            <a:ext cx="486000" cy="324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9992995" y="2244725"/>
            <a:ext cx="486000" cy="324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9992995" y="2996565"/>
            <a:ext cx="486000" cy="324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9992995" y="3827780"/>
            <a:ext cx="486000" cy="324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2" name="直接箭头连接符 51"/>
          <p:cNvCxnSpPr>
            <a:stCxn id="36" idx="6"/>
            <a:endCxn id="48" idx="1"/>
          </p:cNvCxnSpPr>
          <p:nvPr/>
        </p:nvCxnSpPr>
        <p:spPr>
          <a:xfrm flipV="1">
            <a:off x="9569450" y="1632585"/>
            <a:ext cx="423545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5" idx="6"/>
            <a:endCxn id="49" idx="1"/>
          </p:cNvCxnSpPr>
          <p:nvPr/>
        </p:nvCxnSpPr>
        <p:spPr>
          <a:xfrm flipV="1">
            <a:off x="9573260" y="2406650"/>
            <a:ext cx="419735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34" idx="6"/>
            <a:endCxn id="50" idx="1"/>
          </p:cNvCxnSpPr>
          <p:nvPr/>
        </p:nvCxnSpPr>
        <p:spPr>
          <a:xfrm>
            <a:off x="9573895" y="3158490"/>
            <a:ext cx="419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3" idx="6"/>
            <a:endCxn id="51" idx="1"/>
          </p:cNvCxnSpPr>
          <p:nvPr/>
        </p:nvCxnSpPr>
        <p:spPr>
          <a:xfrm>
            <a:off x="9569450" y="3984625"/>
            <a:ext cx="423545" cy="50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>
            <a:spLocks noChangeAspect="1"/>
          </p:cNvSpPr>
          <p:nvPr/>
        </p:nvSpPr>
        <p:spPr>
          <a:xfrm>
            <a:off x="11165205" y="1379855"/>
            <a:ext cx="252000" cy="50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1" name="矩形 60"/>
          <p:cNvSpPr>
            <a:spLocks noChangeAspect="1"/>
          </p:cNvSpPr>
          <p:nvPr/>
        </p:nvSpPr>
        <p:spPr>
          <a:xfrm>
            <a:off x="11030585" y="1886585"/>
            <a:ext cx="522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3" name="矩形 62"/>
          <p:cNvSpPr>
            <a:spLocks noChangeAspect="1"/>
          </p:cNvSpPr>
          <p:nvPr/>
        </p:nvSpPr>
        <p:spPr>
          <a:xfrm>
            <a:off x="10904855" y="2388235"/>
            <a:ext cx="774000" cy="154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4" name="矩形 63"/>
          <p:cNvSpPr>
            <a:spLocks noChangeAspect="1"/>
          </p:cNvSpPr>
          <p:nvPr/>
        </p:nvSpPr>
        <p:spPr>
          <a:xfrm>
            <a:off x="10753725" y="2981325"/>
            <a:ext cx="1008000" cy="201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6" name="直接箭头连接符 65"/>
          <p:cNvCxnSpPr>
            <a:stCxn id="50" idx="3"/>
            <a:endCxn id="63" idx="1"/>
          </p:cNvCxnSpPr>
          <p:nvPr/>
        </p:nvCxnSpPr>
        <p:spPr>
          <a:xfrm>
            <a:off x="10478770" y="3158490"/>
            <a:ext cx="426085" cy="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1" idx="3"/>
            <a:endCxn id="64" idx="1"/>
          </p:cNvCxnSpPr>
          <p:nvPr/>
        </p:nvCxnSpPr>
        <p:spPr>
          <a:xfrm>
            <a:off x="10478770" y="3989705"/>
            <a:ext cx="2749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3"/>
            <a:endCxn id="61" idx="1"/>
          </p:cNvCxnSpPr>
          <p:nvPr/>
        </p:nvCxnSpPr>
        <p:spPr>
          <a:xfrm>
            <a:off x="10478770" y="2406650"/>
            <a:ext cx="551815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8" idx="3"/>
            <a:endCxn id="60" idx="1"/>
          </p:cNvCxnSpPr>
          <p:nvPr/>
        </p:nvCxnSpPr>
        <p:spPr>
          <a:xfrm flipV="1">
            <a:off x="10478770" y="1631950"/>
            <a:ext cx="686435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11784330" y="3989705"/>
            <a:ext cx="28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11678920" y="3158490"/>
            <a:ext cx="39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11552555" y="2411095"/>
            <a:ext cx="52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11417300" y="1633220"/>
            <a:ext cx="64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" y="3672840"/>
            <a:ext cx="1224000" cy="2448000"/>
          </a:xfrm>
          <a:prstGeom prst="rect">
            <a:avLst/>
          </a:prstGeom>
          <a:scene3d>
            <a:camera prst="orthographicFront">
              <a:rot lat="17190000" lon="2604000" rev="19067999"/>
            </a:camera>
            <a:lightRig rig="threePt" dir="t"/>
          </a:scene3d>
        </p:spPr>
      </p:pic>
      <p:sp>
        <p:nvSpPr>
          <p:cNvPr id="80" name="文本框 79"/>
          <p:cNvSpPr txBox="1"/>
          <p:nvPr/>
        </p:nvSpPr>
        <p:spPr>
          <a:xfrm>
            <a:off x="2075180" y="1104265"/>
            <a:ext cx="23317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(a) Feature Aggregation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073015" y="1104265"/>
            <a:ext cx="21628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(b) Key Feature Focus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553450" y="1104265"/>
            <a:ext cx="2948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(c) Adaptive Feature Extraction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641975" y="782320"/>
            <a:ext cx="3232785" cy="321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ts val="1800"/>
              </a:lnSpc>
              <a:spcBef>
                <a:spcPct val="1000"/>
              </a:spcBef>
              <a:spcAft>
                <a:spcPct val="1000"/>
              </a:spcAft>
            </a:pPr>
            <a:r>
              <a:rPr 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Key </a:t>
            </a:r>
            <a:r>
              <a:rPr lang="en-US" alt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eature </a:t>
            </a:r>
            <a:r>
              <a:rPr lang="en-US" alt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usion </a:t>
            </a:r>
            <a:r>
              <a:rPr lang="en-US" alt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en-GB" b="1" i="0">
                <a:solidFill>
                  <a:srgbClr val="1F1F1F"/>
                </a:solidFill>
                <a:latin typeface="Times New Roman" panose="02020603050405020304" charset="0"/>
                <a:cs typeface="Times New Roman" panose="02020603050405020304" charset="0"/>
              </a:rPr>
              <a:t>etwork</a:t>
            </a:r>
            <a:endParaRPr lang="en-GB" altLang="zh-CN" b="1" i="0">
              <a:solidFill>
                <a:srgbClr val="1F1F1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 flipH="1" flipV="1">
            <a:off x="990600" y="260858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 flipV="1">
            <a:off x="990600" y="180848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 flipV="1">
            <a:off x="990600" y="340995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 flipV="1">
            <a:off x="990600" y="426466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218055" y="4862195"/>
            <a:ext cx="6997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838960" y="4935220"/>
            <a:ext cx="1457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Information Flow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665855" y="4862195"/>
            <a:ext cx="69977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590925" y="4935220"/>
            <a:ext cx="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Shortcut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5316220" y="4736465"/>
            <a:ext cx="576000" cy="252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STB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681220" y="4935220"/>
            <a:ext cx="2726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SwinTransformer Block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538085" y="4736465"/>
            <a:ext cx="486000" cy="252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90690" y="4935220"/>
            <a:ext cx="20561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Deformable Convolution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2" name="Google Shape;128;p19"/>
          <p:cNvGrpSpPr>
            <a:grpSpLocks noChangeAspect="1"/>
          </p:cNvGrpSpPr>
          <p:nvPr/>
        </p:nvGrpSpPr>
        <p:grpSpPr>
          <a:xfrm>
            <a:off x="9740580" y="4754750"/>
            <a:ext cx="180000" cy="180000"/>
            <a:chOff x="7503475" y="3745100"/>
            <a:chExt cx="535200" cy="535200"/>
          </a:xfrm>
        </p:grpSpPr>
        <p:pic>
          <p:nvPicPr>
            <p:cNvPr id="71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8943975" y="4935220"/>
            <a:ext cx="18986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Element-wise Addition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0" name="Google Shape;130;p19"/>
          <p:cNvSpPr>
            <a:spLocks noChangeAspect="1"/>
          </p:cNvSpPr>
          <p:nvPr/>
        </p:nvSpPr>
        <p:spPr>
          <a:xfrm>
            <a:off x="11447145" y="4755515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953750" y="4935220"/>
            <a:ext cx="12407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Concatenation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472930" y="3724910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472930" y="2899410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9472930" y="2152015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472930" y="1365885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607820" y="2169160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607820" y="3765550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607820" y="2936875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607820" y="1408430"/>
            <a:ext cx="617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Conv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000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000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 flipV="1">
            <a:off x="2711450" y="1737995"/>
            <a:ext cx="0" cy="666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 flipV="1">
            <a:off x="2711450" y="25647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2711450" y="33902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圆角矩形 92"/>
          <p:cNvSpPr/>
          <p:nvPr/>
        </p:nvSpPr>
        <p:spPr>
          <a:xfrm>
            <a:off x="1669415" y="4631690"/>
            <a:ext cx="8637270" cy="6858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648460" y="1025525"/>
            <a:ext cx="8658225" cy="3564890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4214495" y="1310640"/>
            <a:ext cx="2143760" cy="3204210"/>
          </a:xfrm>
          <a:prstGeom prst="roundRect">
            <a:avLst>
              <a:gd name="adj" fmla="val 0"/>
            </a:avLst>
          </a:prstGeom>
          <a:solidFill>
            <a:srgbClr val="E3F2F5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6358890" y="1310640"/>
            <a:ext cx="3896995" cy="320421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1714500" y="1310640"/>
            <a:ext cx="2500630" cy="3204210"/>
          </a:xfrm>
          <a:prstGeom prst="roundRect">
            <a:avLst>
              <a:gd name="adj" fmla="val 0"/>
            </a:avLst>
          </a:prstGeom>
          <a:solidFill>
            <a:srgbClr val="FFF0C8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矩形 135"/>
          <p:cNvSpPr>
            <a:spLocks noChangeAspect="1"/>
          </p:cNvSpPr>
          <p:nvPr/>
        </p:nvSpPr>
        <p:spPr>
          <a:xfrm>
            <a:off x="354330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507365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762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610235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1016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767715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1270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990725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2123440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2249805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2384425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>
            <a:off x="1257300" y="3989705"/>
            <a:ext cx="7054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5" idx="3"/>
            <a:endCxn id="9" idx="1"/>
          </p:cNvCxnSpPr>
          <p:nvPr/>
        </p:nvCxnSpPr>
        <p:spPr>
          <a:xfrm>
            <a:off x="1281430" y="3165475"/>
            <a:ext cx="8420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6" idx="3"/>
            <a:endCxn id="10" idx="1"/>
          </p:cNvCxnSpPr>
          <p:nvPr/>
        </p:nvCxnSpPr>
        <p:spPr>
          <a:xfrm>
            <a:off x="1132205" y="2400935"/>
            <a:ext cx="1117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3"/>
            <a:endCxn id="11" idx="1"/>
          </p:cNvCxnSpPr>
          <p:nvPr/>
        </p:nvCxnSpPr>
        <p:spPr>
          <a:xfrm>
            <a:off x="1019810" y="1639570"/>
            <a:ext cx="136461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ChangeAspect="1"/>
          </p:cNvSpPr>
          <p:nvPr/>
        </p:nvSpPr>
        <p:spPr>
          <a:xfrm>
            <a:off x="3521710" y="1878965"/>
            <a:ext cx="504086" cy="10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7" name="直接箭头连接符 16"/>
          <p:cNvCxnSpPr>
            <a:stCxn id="10" idx="3"/>
            <a:endCxn id="15" idx="1"/>
          </p:cNvCxnSpPr>
          <p:nvPr/>
        </p:nvCxnSpPr>
        <p:spPr>
          <a:xfrm>
            <a:off x="2771775" y="2400935"/>
            <a:ext cx="7499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1" idx="3"/>
            <a:endCxn id="8" idx="3"/>
          </p:cNvCxnSpPr>
          <p:nvPr/>
        </p:nvCxnSpPr>
        <p:spPr>
          <a:xfrm>
            <a:off x="2636520" y="1639570"/>
            <a:ext cx="361950" cy="2350135"/>
          </a:xfrm>
          <a:prstGeom prst="bentConnector3">
            <a:avLst>
              <a:gd name="adj1" fmla="val 16578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9" idx="3"/>
            <a:endCxn id="8" idx="3"/>
          </p:cNvCxnSpPr>
          <p:nvPr/>
        </p:nvCxnSpPr>
        <p:spPr>
          <a:xfrm>
            <a:off x="2897505" y="3165475"/>
            <a:ext cx="100965" cy="824230"/>
          </a:xfrm>
          <a:prstGeom prst="bentConnector3">
            <a:avLst>
              <a:gd name="adj1" fmla="val 33584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4411980" y="2244725"/>
            <a:ext cx="828000" cy="32385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CWAM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" name="直接箭头连接符 22"/>
          <p:cNvCxnSpPr>
            <a:stCxn id="15" idx="3"/>
            <a:endCxn id="20" idx="1"/>
          </p:cNvCxnSpPr>
          <p:nvPr/>
        </p:nvCxnSpPr>
        <p:spPr>
          <a:xfrm flipV="1">
            <a:off x="4025900" y="2398395"/>
            <a:ext cx="378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ChangeAspect="1"/>
          </p:cNvSpPr>
          <p:nvPr/>
        </p:nvSpPr>
        <p:spPr>
          <a:xfrm>
            <a:off x="5608955" y="1886585"/>
            <a:ext cx="504086" cy="10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6648450" y="2976245"/>
            <a:ext cx="1008000" cy="20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6717665" y="2386330"/>
            <a:ext cx="774000" cy="15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6844030" y="1889125"/>
            <a:ext cx="522000" cy="10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矩形 21"/>
          <p:cNvSpPr>
            <a:spLocks noChangeAspect="1"/>
          </p:cNvSpPr>
          <p:nvPr/>
        </p:nvSpPr>
        <p:spPr>
          <a:xfrm>
            <a:off x="6978650" y="1382395"/>
            <a:ext cx="252000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0" name="肘形连接符 29"/>
          <p:cNvCxnSpPr>
            <a:stCxn id="22" idx="1"/>
            <a:endCxn id="4" idx="1"/>
          </p:cNvCxnSpPr>
          <p:nvPr/>
        </p:nvCxnSpPr>
        <p:spPr>
          <a:xfrm rot="10800000" flipV="1">
            <a:off x="6648450" y="1634490"/>
            <a:ext cx="330200" cy="2350135"/>
          </a:xfrm>
          <a:prstGeom prst="bentConnector3">
            <a:avLst>
              <a:gd name="adj1" fmla="val 172115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1"/>
            <a:endCxn id="16" idx="1"/>
          </p:cNvCxnSpPr>
          <p:nvPr/>
        </p:nvCxnSpPr>
        <p:spPr>
          <a:xfrm rot="10800000" flipV="1">
            <a:off x="6717665" y="2411095"/>
            <a:ext cx="126365" cy="749300"/>
          </a:xfrm>
          <a:prstGeom prst="bentConnector3">
            <a:avLst>
              <a:gd name="adj1" fmla="val 3432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7" idx="3"/>
            <a:endCxn id="21" idx="1"/>
          </p:cNvCxnSpPr>
          <p:nvPr/>
        </p:nvCxnSpPr>
        <p:spPr>
          <a:xfrm>
            <a:off x="6113145" y="2408555"/>
            <a:ext cx="730885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656195" y="3984625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6" idx="3"/>
            <a:endCxn id="34" idx="2"/>
          </p:cNvCxnSpPr>
          <p:nvPr/>
        </p:nvCxnSpPr>
        <p:spPr>
          <a:xfrm flipV="1">
            <a:off x="7491730" y="3158490"/>
            <a:ext cx="477520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1" idx="3"/>
            <a:endCxn id="35" idx="2"/>
          </p:cNvCxnSpPr>
          <p:nvPr/>
        </p:nvCxnSpPr>
        <p:spPr>
          <a:xfrm flipV="1">
            <a:off x="7366000" y="2407920"/>
            <a:ext cx="602615" cy="3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2" idx="3"/>
            <a:endCxn id="36" idx="2"/>
          </p:cNvCxnSpPr>
          <p:nvPr/>
        </p:nvCxnSpPr>
        <p:spPr>
          <a:xfrm flipV="1">
            <a:off x="7230745" y="1633220"/>
            <a:ext cx="734060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7964805" y="1470660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964805" y="2244725"/>
            <a:ext cx="77343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964805" y="2996565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969250" y="3827780"/>
            <a:ext cx="76962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矩形 59"/>
          <p:cNvSpPr>
            <a:spLocks noChangeAspect="1"/>
          </p:cNvSpPr>
          <p:nvPr/>
        </p:nvSpPr>
        <p:spPr>
          <a:xfrm>
            <a:off x="9425940" y="1379855"/>
            <a:ext cx="252000" cy="50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1" name="矩形 60"/>
          <p:cNvSpPr>
            <a:spLocks noChangeAspect="1"/>
          </p:cNvSpPr>
          <p:nvPr/>
        </p:nvSpPr>
        <p:spPr>
          <a:xfrm>
            <a:off x="9291320" y="1886585"/>
            <a:ext cx="522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3" name="矩形 62"/>
          <p:cNvSpPr>
            <a:spLocks noChangeAspect="1"/>
          </p:cNvSpPr>
          <p:nvPr/>
        </p:nvSpPr>
        <p:spPr>
          <a:xfrm>
            <a:off x="9165590" y="2388235"/>
            <a:ext cx="774000" cy="154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4" name="矩形 63"/>
          <p:cNvSpPr>
            <a:spLocks noChangeAspect="1"/>
          </p:cNvSpPr>
          <p:nvPr/>
        </p:nvSpPr>
        <p:spPr>
          <a:xfrm>
            <a:off x="8986520" y="2981325"/>
            <a:ext cx="1008000" cy="201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6" name="直接箭头连接符 65"/>
          <p:cNvCxnSpPr>
            <a:stCxn id="50" idx="3"/>
            <a:endCxn id="63" idx="1"/>
          </p:cNvCxnSpPr>
          <p:nvPr/>
        </p:nvCxnSpPr>
        <p:spPr>
          <a:xfrm>
            <a:off x="8740140" y="3158490"/>
            <a:ext cx="425450" cy="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1" idx="3"/>
            <a:endCxn id="64" idx="1"/>
          </p:cNvCxnSpPr>
          <p:nvPr/>
        </p:nvCxnSpPr>
        <p:spPr>
          <a:xfrm>
            <a:off x="8738870" y="3989705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3"/>
            <a:endCxn id="61" idx="1"/>
          </p:cNvCxnSpPr>
          <p:nvPr/>
        </p:nvCxnSpPr>
        <p:spPr>
          <a:xfrm>
            <a:off x="8738235" y="2406650"/>
            <a:ext cx="553085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8" idx="3"/>
            <a:endCxn id="60" idx="1"/>
          </p:cNvCxnSpPr>
          <p:nvPr/>
        </p:nvCxnSpPr>
        <p:spPr>
          <a:xfrm flipV="1">
            <a:off x="8740140" y="1631950"/>
            <a:ext cx="68580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975215" y="3989705"/>
            <a:ext cx="25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9939655" y="3158490"/>
            <a:ext cx="28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9813290" y="2411095"/>
            <a:ext cx="41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9678035" y="1633220"/>
            <a:ext cx="54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3707765"/>
            <a:ext cx="1224000" cy="2448000"/>
          </a:xfrm>
          <a:prstGeom prst="rect">
            <a:avLst/>
          </a:prstGeom>
          <a:scene3d>
            <a:camera prst="orthographicFront">
              <a:rot lat="17190000" lon="2604000" rev="19067999"/>
            </a:camera>
            <a:lightRig rig="threePt" dir="t"/>
          </a:scene3d>
        </p:spPr>
      </p:pic>
      <p:cxnSp>
        <p:nvCxnSpPr>
          <p:cNvPr id="85" name="直接箭头连接符 84"/>
          <p:cNvCxnSpPr/>
          <p:nvPr/>
        </p:nvCxnSpPr>
        <p:spPr>
          <a:xfrm flipH="1" flipV="1">
            <a:off x="857885" y="260858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 flipV="1">
            <a:off x="857885" y="180848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 flipV="1">
            <a:off x="857885" y="340995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 flipV="1">
            <a:off x="850900" y="4264660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1931670" y="4820285"/>
            <a:ext cx="6997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22425" y="4858385"/>
            <a:ext cx="1457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Information Flow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379470" y="4820285"/>
            <a:ext cx="69977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374390" y="4858385"/>
            <a:ext cx="8020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Shortcut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048500" y="4682490"/>
            <a:ext cx="648000" cy="252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CWAM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60795" y="4914900"/>
            <a:ext cx="2726690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ts val="12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     Cross-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hierarchical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12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Window Attention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9168130" y="4677410"/>
            <a:ext cx="612000" cy="252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620760" y="4914265"/>
            <a:ext cx="2056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ts val="12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   Adaptive Feature Enhancement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 flipV="1">
            <a:off x="2473960" y="1737995"/>
            <a:ext cx="0" cy="666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 flipV="1">
            <a:off x="2473960" y="25647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2473960" y="33902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5239385" y="2408555"/>
            <a:ext cx="360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08885" y="1266825"/>
            <a:ext cx="10299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(a) MFAM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96" name="肘形连接符 95"/>
          <p:cNvCxnSpPr>
            <a:stCxn id="11" idx="3"/>
            <a:endCxn id="48" idx="2"/>
          </p:cNvCxnSpPr>
          <p:nvPr/>
        </p:nvCxnSpPr>
        <p:spPr>
          <a:xfrm>
            <a:off x="2636520" y="1639570"/>
            <a:ext cx="5716270" cy="144000"/>
          </a:xfrm>
          <a:prstGeom prst="bentConnector4">
            <a:avLst>
              <a:gd name="adj1" fmla="val 177"/>
              <a:gd name="adj2" fmla="val 23606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/>
          <p:nvPr/>
        </p:nvCxnSpPr>
        <p:spPr>
          <a:xfrm>
            <a:off x="2771775" y="2400935"/>
            <a:ext cx="5579745" cy="144000"/>
          </a:xfrm>
          <a:prstGeom prst="bentConnector4">
            <a:avLst>
              <a:gd name="adj1" fmla="val -125"/>
              <a:gd name="adj2" fmla="val 23680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肘形连接符 106"/>
          <p:cNvCxnSpPr/>
          <p:nvPr/>
        </p:nvCxnSpPr>
        <p:spPr>
          <a:xfrm>
            <a:off x="2897505" y="3165475"/>
            <a:ext cx="5455285" cy="154940"/>
          </a:xfrm>
          <a:prstGeom prst="bentConnector4">
            <a:avLst>
              <a:gd name="adj1" fmla="val 186"/>
              <a:gd name="adj2" fmla="val 21926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8" idx="3"/>
            <a:endCxn id="51" idx="2"/>
          </p:cNvCxnSpPr>
          <p:nvPr/>
        </p:nvCxnSpPr>
        <p:spPr>
          <a:xfrm>
            <a:off x="2998470" y="3989705"/>
            <a:ext cx="5355590" cy="161925"/>
          </a:xfrm>
          <a:prstGeom prst="bentConnector4">
            <a:avLst>
              <a:gd name="adj1" fmla="val -23"/>
              <a:gd name="adj2" fmla="val 23686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圆角矩形 109"/>
          <p:cNvSpPr/>
          <p:nvPr/>
        </p:nvSpPr>
        <p:spPr>
          <a:xfrm>
            <a:off x="4979670" y="4682490"/>
            <a:ext cx="648000" cy="252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MFAM</a:t>
            </a:r>
            <a:endParaRPr lang="en-US" altLang="zh-CN" sz="1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4469765" y="4918075"/>
            <a:ext cx="189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ts val="12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Multi-scale Feature 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ts val="12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Aggregation 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832100" y="1004570"/>
            <a:ext cx="61683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Local-Global Attention-driven Cross-Layer Feature Fusion Network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091430" y="1266825"/>
            <a:ext cx="3898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(b)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6377305" y="1266825"/>
            <a:ext cx="3898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(c)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圆角矩形 164"/>
          <p:cNvSpPr/>
          <p:nvPr/>
        </p:nvSpPr>
        <p:spPr>
          <a:xfrm>
            <a:off x="1649095" y="4465955"/>
            <a:ext cx="8474075" cy="1445895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648460" y="1025525"/>
            <a:ext cx="8475345" cy="3375025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1721485" y="1310640"/>
            <a:ext cx="4453255" cy="3044190"/>
          </a:xfrm>
          <a:prstGeom prst="roundRect">
            <a:avLst>
              <a:gd name="adj" fmla="val 0"/>
            </a:avLst>
          </a:prstGeom>
          <a:solidFill>
            <a:srgbClr val="E3F2F5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6156325" y="1310640"/>
            <a:ext cx="3896995" cy="3044825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990725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2123440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2249805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2384425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>
            <a:off x="1746250" y="3989705"/>
            <a:ext cx="23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749425" y="3165475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760855" y="2400935"/>
            <a:ext cx="4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753235" y="1639570"/>
            <a:ext cx="61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ChangeAspect="1"/>
          </p:cNvSpPr>
          <p:nvPr/>
        </p:nvSpPr>
        <p:spPr>
          <a:xfrm>
            <a:off x="3521710" y="2200275"/>
            <a:ext cx="504086" cy="10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8" name="肘形连接符 17"/>
          <p:cNvCxnSpPr>
            <a:stCxn id="11" idx="3"/>
            <a:endCxn id="8" idx="3"/>
          </p:cNvCxnSpPr>
          <p:nvPr/>
        </p:nvCxnSpPr>
        <p:spPr>
          <a:xfrm>
            <a:off x="2636520" y="1639570"/>
            <a:ext cx="361950" cy="2350135"/>
          </a:xfrm>
          <a:prstGeom prst="bentConnector3">
            <a:avLst>
              <a:gd name="adj1" fmla="val 16578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9" idx="3"/>
            <a:endCxn id="8" idx="3"/>
          </p:cNvCxnSpPr>
          <p:nvPr/>
        </p:nvCxnSpPr>
        <p:spPr>
          <a:xfrm>
            <a:off x="2897505" y="3165475"/>
            <a:ext cx="100965" cy="824230"/>
          </a:xfrm>
          <a:prstGeom prst="bentConnector3">
            <a:avLst>
              <a:gd name="adj1" fmla="val 33584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4411980" y="2566035"/>
            <a:ext cx="648000" cy="324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HWA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" name="直接箭头连接符 22"/>
          <p:cNvCxnSpPr>
            <a:stCxn id="15" idx="3"/>
            <a:endCxn id="20" idx="1"/>
          </p:cNvCxnSpPr>
          <p:nvPr/>
        </p:nvCxnSpPr>
        <p:spPr>
          <a:xfrm flipV="1">
            <a:off x="4025900" y="2719705"/>
            <a:ext cx="378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ChangeAspect="1"/>
          </p:cNvSpPr>
          <p:nvPr/>
        </p:nvSpPr>
        <p:spPr>
          <a:xfrm>
            <a:off x="5406390" y="2207895"/>
            <a:ext cx="504086" cy="10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6445885" y="2976245"/>
            <a:ext cx="1008000" cy="20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6515100" y="2386330"/>
            <a:ext cx="774000" cy="15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6641465" y="1889125"/>
            <a:ext cx="522000" cy="10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矩形 21"/>
          <p:cNvSpPr>
            <a:spLocks noChangeAspect="1"/>
          </p:cNvSpPr>
          <p:nvPr/>
        </p:nvSpPr>
        <p:spPr>
          <a:xfrm>
            <a:off x="6776085" y="1382395"/>
            <a:ext cx="252000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0" name="肘形连接符 29"/>
          <p:cNvCxnSpPr>
            <a:stCxn id="22" idx="1"/>
            <a:endCxn id="4" idx="1"/>
          </p:cNvCxnSpPr>
          <p:nvPr/>
        </p:nvCxnSpPr>
        <p:spPr>
          <a:xfrm rot="10800000" flipV="1">
            <a:off x="6445885" y="1634490"/>
            <a:ext cx="330200" cy="2350135"/>
          </a:xfrm>
          <a:prstGeom prst="bentConnector3">
            <a:avLst>
              <a:gd name="adj1" fmla="val 172115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1"/>
            <a:endCxn id="16" idx="1"/>
          </p:cNvCxnSpPr>
          <p:nvPr/>
        </p:nvCxnSpPr>
        <p:spPr>
          <a:xfrm rot="10800000" flipV="1">
            <a:off x="6515100" y="2411095"/>
            <a:ext cx="126365" cy="749300"/>
          </a:xfrm>
          <a:prstGeom prst="bentConnector3">
            <a:avLst>
              <a:gd name="adj1" fmla="val 3432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453630" y="3984625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6" idx="3"/>
            <a:endCxn id="34" idx="2"/>
          </p:cNvCxnSpPr>
          <p:nvPr/>
        </p:nvCxnSpPr>
        <p:spPr>
          <a:xfrm flipV="1">
            <a:off x="7289165" y="3158490"/>
            <a:ext cx="477520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1" idx="3"/>
            <a:endCxn id="35" idx="2"/>
          </p:cNvCxnSpPr>
          <p:nvPr/>
        </p:nvCxnSpPr>
        <p:spPr>
          <a:xfrm flipV="1">
            <a:off x="7163435" y="2407920"/>
            <a:ext cx="602615" cy="3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2" idx="3"/>
            <a:endCxn id="36" idx="2"/>
          </p:cNvCxnSpPr>
          <p:nvPr/>
        </p:nvCxnSpPr>
        <p:spPr>
          <a:xfrm flipV="1">
            <a:off x="7028180" y="1633220"/>
            <a:ext cx="734060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7762240" y="1470660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762240" y="2244725"/>
            <a:ext cx="77343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762240" y="2996565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766685" y="3827780"/>
            <a:ext cx="76962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矩形 59"/>
          <p:cNvSpPr>
            <a:spLocks noChangeAspect="1"/>
          </p:cNvSpPr>
          <p:nvPr/>
        </p:nvSpPr>
        <p:spPr>
          <a:xfrm>
            <a:off x="9223375" y="1379855"/>
            <a:ext cx="252000" cy="50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1" name="矩形 60"/>
          <p:cNvSpPr>
            <a:spLocks noChangeAspect="1"/>
          </p:cNvSpPr>
          <p:nvPr/>
        </p:nvSpPr>
        <p:spPr>
          <a:xfrm>
            <a:off x="9088755" y="1886585"/>
            <a:ext cx="522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3" name="矩形 62"/>
          <p:cNvSpPr>
            <a:spLocks noChangeAspect="1"/>
          </p:cNvSpPr>
          <p:nvPr/>
        </p:nvSpPr>
        <p:spPr>
          <a:xfrm>
            <a:off x="8963025" y="2388235"/>
            <a:ext cx="774000" cy="154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4" name="矩形 63"/>
          <p:cNvSpPr>
            <a:spLocks noChangeAspect="1"/>
          </p:cNvSpPr>
          <p:nvPr/>
        </p:nvSpPr>
        <p:spPr>
          <a:xfrm>
            <a:off x="8783955" y="2981325"/>
            <a:ext cx="1008000" cy="201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6" name="直接箭头连接符 65"/>
          <p:cNvCxnSpPr>
            <a:stCxn id="50" idx="3"/>
            <a:endCxn id="63" idx="1"/>
          </p:cNvCxnSpPr>
          <p:nvPr/>
        </p:nvCxnSpPr>
        <p:spPr>
          <a:xfrm>
            <a:off x="8537575" y="3158490"/>
            <a:ext cx="425450" cy="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1" idx="3"/>
            <a:endCxn id="64" idx="1"/>
          </p:cNvCxnSpPr>
          <p:nvPr/>
        </p:nvCxnSpPr>
        <p:spPr>
          <a:xfrm>
            <a:off x="8536305" y="3989705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3"/>
            <a:endCxn id="61" idx="1"/>
          </p:cNvCxnSpPr>
          <p:nvPr/>
        </p:nvCxnSpPr>
        <p:spPr>
          <a:xfrm>
            <a:off x="8535670" y="2406650"/>
            <a:ext cx="553085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8" idx="3"/>
            <a:endCxn id="60" idx="1"/>
          </p:cNvCxnSpPr>
          <p:nvPr/>
        </p:nvCxnSpPr>
        <p:spPr>
          <a:xfrm flipV="1">
            <a:off x="8537575" y="1631950"/>
            <a:ext cx="68580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772650" y="3989705"/>
            <a:ext cx="25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9737090" y="3158490"/>
            <a:ext cx="28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9610725" y="2411095"/>
            <a:ext cx="41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9475470" y="1633220"/>
            <a:ext cx="54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 flipV="1">
            <a:off x="2473960" y="1737995"/>
            <a:ext cx="0" cy="666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 flipV="1">
            <a:off x="2473960" y="25647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2473960" y="33902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5071745" y="2729865"/>
            <a:ext cx="324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08885" y="1266825"/>
            <a:ext cx="10299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(a) MFAM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832100" y="1004570"/>
            <a:ext cx="61683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Local-Global Attention-driven Cross-Layer Feature Fusion Network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6174740" y="1266825"/>
            <a:ext cx="3898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(c) 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肘形连接符 19"/>
          <p:cNvCxnSpPr>
            <a:stCxn id="10" idx="3"/>
            <a:endCxn id="15" idx="1"/>
          </p:cNvCxnSpPr>
          <p:nvPr/>
        </p:nvCxnSpPr>
        <p:spPr>
          <a:xfrm>
            <a:off x="2771775" y="2400935"/>
            <a:ext cx="749935" cy="321310"/>
          </a:xfrm>
          <a:prstGeom prst="bentConnector3">
            <a:avLst>
              <a:gd name="adj1" fmla="val 6172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/>
          <p:nvPr/>
        </p:nvCxnSpPr>
        <p:spPr>
          <a:xfrm flipV="1">
            <a:off x="5910580" y="2411095"/>
            <a:ext cx="730885" cy="318770"/>
          </a:xfrm>
          <a:prstGeom prst="bentConnector3">
            <a:avLst>
              <a:gd name="adj1" fmla="val 3987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1" idx="3"/>
            <a:endCxn id="48" idx="2"/>
          </p:cNvCxnSpPr>
          <p:nvPr/>
        </p:nvCxnSpPr>
        <p:spPr>
          <a:xfrm>
            <a:off x="2636520" y="1639570"/>
            <a:ext cx="5513705" cy="154940"/>
          </a:xfrm>
          <a:prstGeom prst="bentConnector4">
            <a:avLst>
              <a:gd name="adj1" fmla="val 57"/>
              <a:gd name="adj2" fmla="val 184426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0" idx="3"/>
            <a:endCxn id="49" idx="0"/>
          </p:cNvCxnSpPr>
          <p:nvPr/>
        </p:nvCxnSpPr>
        <p:spPr>
          <a:xfrm flipV="1">
            <a:off x="2771775" y="2244725"/>
            <a:ext cx="5377180" cy="156210"/>
          </a:xfrm>
          <a:prstGeom prst="bentConnector4">
            <a:avLst>
              <a:gd name="adj1" fmla="val -106"/>
              <a:gd name="adj2" fmla="val 17764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肘形连接符 27"/>
          <p:cNvCxnSpPr/>
          <p:nvPr/>
        </p:nvCxnSpPr>
        <p:spPr>
          <a:xfrm>
            <a:off x="2897505" y="3165475"/>
            <a:ext cx="5252720" cy="154940"/>
          </a:xfrm>
          <a:prstGeom prst="bentConnector4">
            <a:avLst>
              <a:gd name="adj1" fmla="val -193"/>
              <a:gd name="adj2" fmla="val 19508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8" idx="3"/>
            <a:endCxn id="51" idx="0"/>
          </p:cNvCxnSpPr>
          <p:nvPr/>
        </p:nvCxnSpPr>
        <p:spPr>
          <a:xfrm flipV="1">
            <a:off x="2998470" y="3827780"/>
            <a:ext cx="5153025" cy="161925"/>
          </a:xfrm>
          <a:prstGeom prst="bentConnector4">
            <a:avLst>
              <a:gd name="adj1" fmla="val -135"/>
              <a:gd name="adj2" fmla="val 18745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圆角矩形 119"/>
          <p:cNvSpPr/>
          <p:nvPr/>
        </p:nvSpPr>
        <p:spPr>
          <a:xfrm rot="5400000">
            <a:off x="2446655" y="509206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1" name="圆角矩形 120"/>
          <p:cNvSpPr/>
          <p:nvPr/>
        </p:nvSpPr>
        <p:spPr>
          <a:xfrm rot="5400000">
            <a:off x="3080385" y="509206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W-MSA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2" name="圆角矩形 121"/>
          <p:cNvSpPr/>
          <p:nvPr/>
        </p:nvSpPr>
        <p:spPr>
          <a:xfrm rot="5400000">
            <a:off x="4152900" y="509206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3" name="Google Shape;128;p19"/>
          <p:cNvGrpSpPr>
            <a:grpSpLocks noChangeAspect="1"/>
          </p:cNvGrpSpPr>
          <p:nvPr/>
        </p:nvGrpSpPr>
        <p:grpSpPr>
          <a:xfrm>
            <a:off x="3938585" y="5142735"/>
            <a:ext cx="216000" cy="216000"/>
            <a:chOff x="7503475" y="3745100"/>
            <a:chExt cx="535200" cy="535200"/>
          </a:xfrm>
        </p:grpSpPr>
        <p:pic>
          <p:nvPicPr>
            <p:cNvPr id="124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sp>
        <p:nvSpPr>
          <p:cNvPr id="126" name="圆角矩形 125"/>
          <p:cNvSpPr/>
          <p:nvPr/>
        </p:nvSpPr>
        <p:spPr>
          <a:xfrm rot="5400000">
            <a:off x="4785360" y="509206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FFN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7" name="Google Shape;128;p19"/>
          <p:cNvGrpSpPr>
            <a:grpSpLocks noChangeAspect="1"/>
          </p:cNvGrpSpPr>
          <p:nvPr/>
        </p:nvGrpSpPr>
        <p:grpSpPr>
          <a:xfrm>
            <a:off x="5667690" y="5142735"/>
            <a:ext cx="216000" cy="216000"/>
            <a:chOff x="7503475" y="3745100"/>
            <a:chExt cx="535200" cy="535200"/>
          </a:xfrm>
        </p:grpSpPr>
        <p:pic>
          <p:nvPicPr>
            <p:cNvPr id="128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30" name="直接箭头连接符 129"/>
          <p:cNvCxnSpPr>
            <a:stCxn id="120" idx="0"/>
            <a:endCxn id="121" idx="2"/>
          </p:cNvCxnSpPr>
          <p:nvPr/>
        </p:nvCxnSpPr>
        <p:spPr>
          <a:xfrm>
            <a:off x="3020060" y="5253990"/>
            <a:ext cx="3098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stCxn id="121" idx="0"/>
          </p:cNvCxnSpPr>
          <p:nvPr/>
        </p:nvCxnSpPr>
        <p:spPr>
          <a:xfrm flipV="1">
            <a:off x="3653790" y="5250815"/>
            <a:ext cx="284480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endCxn id="122" idx="2"/>
          </p:cNvCxnSpPr>
          <p:nvPr/>
        </p:nvCxnSpPr>
        <p:spPr>
          <a:xfrm>
            <a:off x="4154170" y="5250815"/>
            <a:ext cx="248285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stCxn id="122" idx="0"/>
            <a:endCxn id="126" idx="2"/>
          </p:cNvCxnSpPr>
          <p:nvPr/>
        </p:nvCxnSpPr>
        <p:spPr>
          <a:xfrm>
            <a:off x="4726305" y="5253990"/>
            <a:ext cx="3086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26" idx="0"/>
          </p:cNvCxnSpPr>
          <p:nvPr/>
        </p:nvCxnSpPr>
        <p:spPr>
          <a:xfrm flipV="1">
            <a:off x="5358765" y="5250815"/>
            <a:ext cx="308610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 rot="5400000">
            <a:off x="6013450" y="508698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7" name="圆角矩形 136"/>
          <p:cNvSpPr/>
          <p:nvPr/>
        </p:nvSpPr>
        <p:spPr>
          <a:xfrm rot="5400000">
            <a:off x="6647180" y="508698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SW-MSA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圆角矩形 137"/>
          <p:cNvSpPr/>
          <p:nvPr/>
        </p:nvSpPr>
        <p:spPr>
          <a:xfrm rot="5400000">
            <a:off x="7719695" y="508698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9" name="Google Shape;128;p19"/>
          <p:cNvGrpSpPr>
            <a:grpSpLocks noChangeAspect="1"/>
          </p:cNvGrpSpPr>
          <p:nvPr/>
        </p:nvGrpSpPr>
        <p:grpSpPr>
          <a:xfrm>
            <a:off x="7505380" y="5137655"/>
            <a:ext cx="216000" cy="216000"/>
            <a:chOff x="7503475" y="3745100"/>
            <a:chExt cx="535200" cy="535200"/>
          </a:xfrm>
        </p:grpSpPr>
        <p:pic>
          <p:nvPicPr>
            <p:cNvPr id="140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sp>
        <p:nvSpPr>
          <p:cNvPr id="142" name="圆角矩形 141"/>
          <p:cNvSpPr/>
          <p:nvPr/>
        </p:nvSpPr>
        <p:spPr>
          <a:xfrm rot="5400000">
            <a:off x="8352155" y="5086985"/>
            <a:ext cx="822960" cy="3238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FFN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3" name="Google Shape;128;p19"/>
          <p:cNvGrpSpPr>
            <a:grpSpLocks noChangeAspect="1"/>
          </p:cNvGrpSpPr>
          <p:nvPr/>
        </p:nvGrpSpPr>
        <p:grpSpPr>
          <a:xfrm>
            <a:off x="9234485" y="5137655"/>
            <a:ext cx="216000" cy="216000"/>
            <a:chOff x="7503475" y="3745100"/>
            <a:chExt cx="535200" cy="535200"/>
          </a:xfrm>
        </p:grpSpPr>
        <p:pic>
          <p:nvPicPr>
            <p:cNvPr id="144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46" name="直接箭头连接符 145"/>
          <p:cNvCxnSpPr>
            <a:stCxn id="135" idx="0"/>
            <a:endCxn id="137" idx="2"/>
          </p:cNvCxnSpPr>
          <p:nvPr/>
        </p:nvCxnSpPr>
        <p:spPr>
          <a:xfrm>
            <a:off x="6586855" y="5248910"/>
            <a:ext cx="30988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>
            <a:stCxn id="137" idx="0"/>
          </p:cNvCxnSpPr>
          <p:nvPr/>
        </p:nvCxnSpPr>
        <p:spPr>
          <a:xfrm flipV="1">
            <a:off x="7220585" y="5245735"/>
            <a:ext cx="284480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>
            <a:endCxn id="138" idx="2"/>
          </p:cNvCxnSpPr>
          <p:nvPr/>
        </p:nvCxnSpPr>
        <p:spPr>
          <a:xfrm>
            <a:off x="7720965" y="5245735"/>
            <a:ext cx="248285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>
            <a:stCxn id="138" idx="0"/>
            <a:endCxn id="142" idx="2"/>
          </p:cNvCxnSpPr>
          <p:nvPr/>
        </p:nvCxnSpPr>
        <p:spPr>
          <a:xfrm>
            <a:off x="8293100" y="5248910"/>
            <a:ext cx="3086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>
            <a:stCxn id="142" idx="0"/>
          </p:cNvCxnSpPr>
          <p:nvPr/>
        </p:nvCxnSpPr>
        <p:spPr>
          <a:xfrm flipV="1">
            <a:off x="8925560" y="5245735"/>
            <a:ext cx="308610" cy="3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159" idx="6"/>
            <a:endCxn id="120" idx="2"/>
          </p:cNvCxnSpPr>
          <p:nvPr/>
        </p:nvCxnSpPr>
        <p:spPr>
          <a:xfrm>
            <a:off x="2316480" y="5245735"/>
            <a:ext cx="379730" cy="82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9450070" y="5245735"/>
            <a:ext cx="253365" cy="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肘形连接符 153"/>
          <p:cNvCxnSpPr/>
          <p:nvPr/>
        </p:nvCxnSpPr>
        <p:spPr>
          <a:xfrm flipV="1">
            <a:off x="4154170" y="5142865"/>
            <a:ext cx="1621155" cy="107950"/>
          </a:xfrm>
          <a:prstGeom prst="bentConnector4">
            <a:avLst>
              <a:gd name="adj1" fmla="val 6580"/>
              <a:gd name="adj2" fmla="val 48294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肘形连接符 154"/>
          <p:cNvCxnSpPr>
            <a:stCxn id="159" idx="6"/>
            <a:endCxn id="125" idx="0"/>
          </p:cNvCxnSpPr>
          <p:nvPr/>
        </p:nvCxnSpPr>
        <p:spPr>
          <a:xfrm flipV="1">
            <a:off x="2316480" y="5142865"/>
            <a:ext cx="1729740" cy="102870"/>
          </a:xfrm>
          <a:prstGeom prst="bentConnector4">
            <a:avLst>
              <a:gd name="adj1" fmla="val 11343"/>
              <a:gd name="adj2" fmla="val 5074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肘形连接符 155"/>
          <p:cNvCxnSpPr/>
          <p:nvPr/>
        </p:nvCxnSpPr>
        <p:spPr>
          <a:xfrm flipV="1">
            <a:off x="5883275" y="5137785"/>
            <a:ext cx="1729740" cy="113030"/>
          </a:xfrm>
          <a:prstGeom prst="bentConnector4">
            <a:avLst>
              <a:gd name="adj1" fmla="val 8406"/>
              <a:gd name="adj2" fmla="val 4595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肘形连接符 156"/>
          <p:cNvCxnSpPr/>
          <p:nvPr/>
        </p:nvCxnSpPr>
        <p:spPr>
          <a:xfrm flipV="1">
            <a:off x="7720965" y="5137785"/>
            <a:ext cx="1621155" cy="107950"/>
          </a:xfrm>
          <a:prstGeom prst="bentConnector4">
            <a:avLst>
              <a:gd name="adj1" fmla="val 6541"/>
              <a:gd name="adj2" fmla="val 47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stCxn id="129" idx="6"/>
            <a:endCxn id="135" idx="2"/>
          </p:cNvCxnSpPr>
          <p:nvPr/>
        </p:nvCxnSpPr>
        <p:spPr>
          <a:xfrm flipV="1">
            <a:off x="5883275" y="5248910"/>
            <a:ext cx="379730" cy="1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Google Shape;130;p19"/>
          <p:cNvSpPr>
            <a:spLocks noChangeAspect="1"/>
          </p:cNvSpPr>
          <p:nvPr/>
        </p:nvSpPr>
        <p:spPr>
          <a:xfrm>
            <a:off x="2100580" y="5137785"/>
            <a:ext cx="216000" cy="216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</a:t>
            </a:r>
            <a:endParaRPr lang="en-US" sz="14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60" name="直接箭头连接符 159"/>
          <p:cNvCxnSpPr>
            <a:endCxn id="159" idx="2"/>
          </p:cNvCxnSpPr>
          <p:nvPr/>
        </p:nvCxnSpPr>
        <p:spPr>
          <a:xfrm>
            <a:off x="1740535" y="5245735"/>
            <a:ext cx="3600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1" name="Google Shape;128;p19"/>
          <p:cNvGrpSpPr>
            <a:grpSpLocks noChangeAspect="1"/>
          </p:cNvGrpSpPr>
          <p:nvPr/>
        </p:nvGrpSpPr>
        <p:grpSpPr>
          <a:xfrm>
            <a:off x="9703750" y="5142735"/>
            <a:ext cx="216000" cy="216000"/>
            <a:chOff x="7503475" y="3745100"/>
            <a:chExt cx="535200" cy="535200"/>
          </a:xfrm>
        </p:grpSpPr>
        <p:pic>
          <p:nvPicPr>
            <p:cNvPr id="162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64" name="肘形连接符 163"/>
          <p:cNvCxnSpPr>
            <a:stCxn id="159" idx="2"/>
            <a:endCxn id="163" idx="4"/>
          </p:cNvCxnSpPr>
          <p:nvPr/>
        </p:nvCxnSpPr>
        <p:spPr>
          <a:xfrm rot="10800000" flipH="1" flipV="1">
            <a:off x="2099945" y="5245735"/>
            <a:ext cx="7710805" cy="113030"/>
          </a:xfrm>
          <a:prstGeom prst="bentConnector4">
            <a:avLst>
              <a:gd name="adj1" fmla="val -3088"/>
              <a:gd name="adj2" fmla="val 48539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>
            <a:stCxn id="163" idx="6"/>
          </p:cNvCxnSpPr>
          <p:nvPr/>
        </p:nvCxnSpPr>
        <p:spPr>
          <a:xfrm flipV="1">
            <a:off x="9919335" y="5245735"/>
            <a:ext cx="180000" cy="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/>
          <p:nvPr/>
        </p:nvCxnSpPr>
        <p:spPr>
          <a:xfrm flipH="1">
            <a:off x="3020060" y="2872740"/>
            <a:ext cx="1397000" cy="157988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/>
          <p:nvPr/>
        </p:nvCxnSpPr>
        <p:spPr>
          <a:xfrm>
            <a:off x="5053330" y="2883535"/>
            <a:ext cx="1075055" cy="1583690"/>
          </a:xfrm>
          <a:prstGeom prst="straightConnector1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圆角矩形 56"/>
          <p:cNvSpPr/>
          <p:nvPr/>
        </p:nvSpPr>
        <p:spPr>
          <a:xfrm>
            <a:off x="1635125" y="4448810"/>
            <a:ext cx="6396355" cy="1356995"/>
          </a:xfrm>
          <a:prstGeom prst="roundRect">
            <a:avLst>
              <a:gd name="adj" fmla="val 853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1634490" y="1025525"/>
            <a:ext cx="8547735" cy="3375025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1721485" y="1310640"/>
            <a:ext cx="5960110" cy="3044190"/>
          </a:xfrm>
          <a:prstGeom prst="roundRect">
            <a:avLst>
              <a:gd name="adj" fmla="val 0"/>
            </a:avLst>
          </a:prstGeom>
          <a:solidFill>
            <a:srgbClr val="E3F2F5"/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7682230" y="1310640"/>
            <a:ext cx="2412000" cy="3044825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990725" y="2981325"/>
            <a:ext cx="1008000" cy="2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2123440" y="2391410"/>
            <a:ext cx="774000" cy="15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2249805" y="1878965"/>
            <a:ext cx="522000" cy="10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2384425" y="1387475"/>
            <a:ext cx="252000" cy="50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5" name="直接箭头连接符 64"/>
          <p:cNvCxnSpPr/>
          <p:nvPr/>
        </p:nvCxnSpPr>
        <p:spPr>
          <a:xfrm>
            <a:off x="1746250" y="3989705"/>
            <a:ext cx="23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749425" y="3165475"/>
            <a:ext cx="36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760855" y="2400935"/>
            <a:ext cx="46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753235" y="1639570"/>
            <a:ext cx="612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ChangeAspect="1"/>
          </p:cNvSpPr>
          <p:nvPr/>
        </p:nvSpPr>
        <p:spPr>
          <a:xfrm>
            <a:off x="3521710" y="2228215"/>
            <a:ext cx="504086" cy="104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tx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8" name="肘形连接符 17"/>
          <p:cNvCxnSpPr>
            <a:stCxn id="11" idx="3"/>
            <a:endCxn id="8" idx="3"/>
          </p:cNvCxnSpPr>
          <p:nvPr/>
        </p:nvCxnSpPr>
        <p:spPr>
          <a:xfrm>
            <a:off x="2636520" y="1639570"/>
            <a:ext cx="361950" cy="2350135"/>
          </a:xfrm>
          <a:prstGeom prst="bentConnector3">
            <a:avLst>
              <a:gd name="adj1" fmla="val 16578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9" idx="3"/>
            <a:endCxn id="8" idx="3"/>
          </p:cNvCxnSpPr>
          <p:nvPr/>
        </p:nvCxnSpPr>
        <p:spPr>
          <a:xfrm>
            <a:off x="2897505" y="3165475"/>
            <a:ext cx="100965" cy="824230"/>
          </a:xfrm>
          <a:prstGeom prst="bentConnector3">
            <a:avLst>
              <a:gd name="adj1" fmla="val 335849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4411980" y="2593975"/>
            <a:ext cx="648000" cy="3240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HWA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3" name="直接箭头连接符 22"/>
          <p:cNvCxnSpPr>
            <a:stCxn id="15" idx="3"/>
            <a:endCxn id="20" idx="1"/>
          </p:cNvCxnSpPr>
          <p:nvPr/>
        </p:nvCxnSpPr>
        <p:spPr>
          <a:xfrm flipV="1">
            <a:off x="4025900" y="2747645"/>
            <a:ext cx="378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>
            <a:spLocks noChangeAspect="1"/>
          </p:cNvSpPr>
          <p:nvPr/>
        </p:nvSpPr>
        <p:spPr>
          <a:xfrm>
            <a:off x="5406390" y="2235835"/>
            <a:ext cx="504086" cy="10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40000"/>
                <a:lumOff val="6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6445885" y="2976245"/>
            <a:ext cx="1008000" cy="20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6515100" y="2386330"/>
            <a:ext cx="774000" cy="154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1" name="矩形 20"/>
          <p:cNvSpPr>
            <a:spLocks noChangeAspect="1"/>
          </p:cNvSpPr>
          <p:nvPr/>
        </p:nvSpPr>
        <p:spPr>
          <a:xfrm>
            <a:off x="6641465" y="1889125"/>
            <a:ext cx="522000" cy="10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矩形 21"/>
          <p:cNvSpPr>
            <a:spLocks noChangeAspect="1"/>
          </p:cNvSpPr>
          <p:nvPr/>
        </p:nvSpPr>
        <p:spPr>
          <a:xfrm>
            <a:off x="6776085" y="1382395"/>
            <a:ext cx="252000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2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0" name="肘形连接符 29"/>
          <p:cNvCxnSpPr>
            <a:stCxn id="22" idx="1"/>
            <a:endCxn id="4" idx="1"/>
          </p:cNvCxnSpPr>
          <p:nvPr/>
        </p:nvCxnSpPr>
        <p:spPr>
          <a:xfrm rot="10800000" flipV="1">
            <a:off x="6445885" y="1634490"/>
            <a:ext cx="330200" cy="2350135"/>
          </a:xfrm>
          <a:prstGeom prst="bentConnector3">
            <a:avLst>
              <a:gd name="adj1" fmla="val 172115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21" idx="1"/>
            <a:endCxn id="16" idx="1"/>
          </p:cNvCxnSpPr>
          <p:nvPr/>
        </p:nvCxnSpPr>
        <p:spPr>
          <a:xfrm rot="10800000" flipV="1">
            <a:off x="6515100" y="2411095"/>
            <a:ext cx="126365" cy="749300"/>
          </a:xfrm>
          <a:prstGeom prst="bentConnector3">
            <a:avLst>
              <a:gd name="adj1" fmla="val 3432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453630" y="3984625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6" idx="3"/>
            <a:endCxn id="34" idx="2"/>
          </p:cNvCxnSpPr>
          <p:nvPr/>
        </p:nvCxnSpPr>
        <p:spPr>
          <a:xfrm flipV="1">
            <a:off x="7289165" y="3158490"/>
            <a:ext cx="477520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1" idx="3"/>
            <a:endCxn id="35" idx="2"/>
          </p:cNvCxnSpPr>
          <p:nvPr/>
        </p:nvCxnSpPr>
        <p:spPr>
          <a:xfrm flipV="1">
            <a:off x="7163435" y="2407920"/>
            <a:ext cx="602615" cy="3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22" idx="3"/>
            <a:endCxn id="36" idx="2"/>
          </p:cNvCxnSpPr>
          <p:nvPr/>
        </p:nvCxnSpPr>
        <p:spPr>
          <a:xfrm flipV="1">
            <a:off x="7028180" y="1633220"/>
            <a:ext cx="734060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7762240" y="1470660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7762240" y="2244725"/>
            <a:ext cx="77343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762240" y="2996565"/>
            <a:ext cx="775335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766685" y="3827780"/>
            <a:ext cx="769620" cy="3238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AFEM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矩形 59"/>
          <p:cNvSpPr>
            <a:spLocks noChangeAspect="1"/>
          </p:cNvSpPr>
          <p:nvPr/>
        </p:nvSpPr>
        <p:spPr>
          <a:xfrm>
            <a:off x="9223375" y="1379855"/>
            <a:ext cx="252000" cy="50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1" name="矩形 60"/>
          <p:cNvSpPr>
            <a:spLocks noChangeAspect="1"/>
          </p:cNvSpPr>
          <p:nvPr/>
        </p:nvSpPr>
        <p:spPr>
          <a:xfrm>
            <a:off x="9088755" y="1886585"/>
            <a:ext cx="522000" cy="10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3" name="矩形 62"/>
          <p:cNvSpPr>
            <a:spLocks noChangeAspect="1"/>
          </p:cNvSpPr>
          <p:nvPr/>
        </p:nvSpPr>
        <p:spPr>
          <a:xfrm>
            <a:off x="8963025" y="2388235"/>
            <a:ext cx="774000" cy="154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4" name="矩形 63"/>
          <p:cNvSpPr>
            <a:spLocks noChangeAspect="1"/>
          </p:cNvSpPr>
          <p:nvPr/>
        </p:nvSpPr>
        <p:spPr>
          <a:xfrm>
            <a:off x="8783955" y="2981325"/>
            <a:ext cx="1008000" cy="201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17190000" lon="2604000" rev="19067999"/>
            </a:camera>
            <a:lightRig rig="contrasting" dir="t">
              <a:rot lat="0" lon="0" rev="0"/>
            </a:lightRig>
          </a:scene3d>
          <a:sp3d extrusionH="50800" contourW="12700" prstMaterial="matte">
            <a:extrusionClr>
              <a:schemeClr val="accent3">
                <a:lumMod val="20000"/>
                <a:lumOff val="80000"/>
              </a:schemeClr>
            </a:extrusionClr>
            <a:contourClr>
              <a:schemeClr val="tx1">
                <a:lumMod val="50000"/>
                <a:lumOff val="50000"/>
              </a:schemeClr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66" name="直接箭头连接符 65"/>
          <p:cNvCxnSpPr>
            <a:stCxn id="50" idx="3"/>
            <a:endCxn id="63" idx="1"/>
          </p:cNvCxnSpPr>
          <p:nvPr/>
        </p:nvCxnSpPr>
        <p:spPr>
          <a:xfrm>
            <a:off x="8537575" y="3158490"/>
            <a:ext cx="425450" cy="3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1" idx="3"/>
            <a:endCxn id="64" idx="1"/>
          </p:cNvCxnSpPr>
          <p:nvPr/>
        </p:nvCxnSpPr>
        <p:spPr>
          <a:xfrm>
            <a:off x="8536305" y="3989705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9" idx="3"/>
            <a:endCxn id="61" idx="1"/>
          </p:cNvCxnSpPr>
          <p:nvPr/>
        </p:nvCxnSpPr>
        <p:spPr>
          <a:xfrm>
            <a:off x="8535670" y="2406650"/>
            <a:ext cx="553085" cy="19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48" idx="3"/>
            <a:endCxn id="60" idx="1"/>
          </p:cNvCxnSpPr>
          <p:nvPr/>
        </p:nvCxnSpPr>
        <p:spPr>
          <a:xfrm flipV="1">
            <a:off x="8537575" y="1631950"/>
            <a:ext cx="68580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9772650" y="3989705"/>
            <a:ext cx="28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9737090" y="3158490"/>
            <a:ext cx="32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>
            <a:off x="9610725" y="2411095"/>
            <a:ext cx="45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>
            <a:off x="9475470" y="1633220"/>
            <a:ext cx="576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 flipH="1" flipV="1">
            <a:off x="2473960" y="1737995"/>
            <a:ext cx="0" cy="666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 flipV="1">
            <a:off x="2473960" y="25647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H="1" flipV="1">
            <a:off x="2473960" y="3390265"/>
            <a:ext cx="0" cy="57975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5071745" y="2757805"/>
            <a:ext cx="324000" cy="2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684020" y="1296670"/>
            <a:ext cx="11341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(a) LGFIM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395595" y="1004570"/>
            <a:ext cx="12757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LG-HFIN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0" name="肘形连接符 19"/>
          <p:cNvCxnSpPr>
            <a:stCxn id="10" idx="3"/>
            <a:endCxn id="15" idx="1"/>
          </p:cNvCxnSpPr>
          <p:nvPr/>
        </p:nvCxnSpPr>
        <p:spPr>
          <a:xfrm>
            <a:off x="2771775" y="2400935"/>
            <a:ext cx="749935" cy="349250"/>
          </a:xfrm>
          <a:prstGeom prst="bentConnector3">
            <a:avLst>
              <a:gd name="adj1" fmla="val 6172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27" idx="3"/>
          </p:cNvCxnSpPr>
          <p:nvPr/>
        </p:nvCxnSpPr>
        <p:spPr>
          <a:xfrm flipV="1">
            <a:off x="5910580" y="2411095"/>
            <a:ext cx="730885" cy="346710"/>
          </a:xfrm>
          <a:prstGeom prst="bentConnector3">
            <a:avLst>
              <a:gd name="adj1" fmla="val 4005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1" idx="3"/>
            <a:endCxn id="48" idx="2"/>
          </p:cNvCxnSpPr>
          <p:nvPr/>
        </p:nvCxnSpPr>
        <p:spPr>
          <a:xfrm>
            <a:off x="2636520" y="1639570"/>
            <a:ext cx="5513705" cy="154940"/>
          </a:xfrm>
          <a:prstGeom prst="bentConnector4">
            <a:avLst>
              <a:gd name="adj1" fmla="val 57"/>
              <a:gd name="adj2" fmla="val 184426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0" idx="3"/>
            <a:endCxn id="49" idx="0"/>
          </p:cNvCxnSpPr>
          <p:nvPr/>
        </p:nvCxnSpPr>
        <p:spPr>
          <a:xfrm flipV="1">
            <a:off x="2771775" y="2244725"/>
            <a:ext cx="5377180" cy="156210"/>
          </a:xfrm>
          <a:prstGeom prst="bentConnector4">
            <a:avLst>
              <a:gd name="adj1" fmla="val -106"/>
              <a:gd name="adj2" fmla="val 177642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肘形连接符 27"/>
          <p:cNvCxnSpPr/>
          <p:nvPr/>
        </p:nvCxnSpPr>
        <p:spPr>
          <a:xfrm>
            <a:off x="2897505" y="3165475"/>
            <a:ext cx="5252720" cy="154940"/>
          </a:xfrm>
          <a:prstGeom prst="bentConnector4">
            <a:avLst>
              <a:gd name="adj1" fmla="val -193"/>
              <a:gd name="adj2" fmla="val 19508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8" idx="3"/>
            <a:endCxn id="51" idx="0"/>
          </p:cNvCxnSpPr>
          <p:nvPr/>
        </p:nvCxnSpPr>
        <p:spPr>
          <a:xfrm flipV="1">
            <a:off x="2998470" y="3827780"/>
            <a:ext cx="5153025" cy="161925"/>
          </a:xfrm>
          <a:prstGeom prst="bentConnector4">
            <a:avLst>
              <a:gd name="adj1" fmla="val -135"/>
              <a:gd name="adj2" fmla="val 187450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圆角矩形 119"/>
          <p:cNvSpPr/>
          <p:nvPr/>
        </p:nvSpPr>
        <p:spPr>
          <a:xfrm rot="5400000">
            <a:off x="2102870" y="492096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1" name="圆角矩形 120"/>
          <p:cNvSpPr/>
          <p:nvPr/>
        </p:nvSpPr>
        <p:spPr>
          <a:xfrm rot="5400000">
            <a:off x="2548005" y="492096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W-MSA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2" name="圆角矩形 121"/>
          <p:cNvSpPr/>
          <p:nvPr/>
        </p:nvSpPr>
        <p:spPr>
          <a:xfrm rot="5400000">
            <a:off x="3369060" y="492096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3" name="Google Shape;128;p19"/>
          <p:cNvGrpSpPr>
            <a:grpSpLocks noChangeAspect="1"/>
          </p:cNvGrpSpPr>
          <p:nvPr/>
        </p:nvGrpSpPr>
        <p:grpSpPr>
          <a:xfrm>
            <a:off x="3281995" y="4952870"/>
            <a:ext cx="180000" cy="180000"/>
            <a:chOff x="7503475" y="3745100"/>
            <a:chExt cx="535200" cy="535200"/>
          </a:xfrm>
        </p:grpSpPr>
        <p:pic>
          <p:nvPicPr>
            <p:cNvPr id="124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sp>
        <p:nvSpPr>
          <p:cNvPr id="126" name="圆角矩形 125"/>
          <p:cNvSpPr/>
          <p:nvPr/>
        </p:nvSpPr>
        <p:spPr>
          <a:xfrm rot="5400000">
            <a:off x="3819910" y="492096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FFN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7" name="Google Shape;128;p19"/>
          <p:cNvGrpSpPr>
            <a:grpSpLocks noChangeAspect="1"/>
          </p:cNvGrpSpPr>
          <p:nvPr/>
        </p:nvGrpSpPr>
        <p:grpSpPr>
          <a:xfrm>
            <a:off x="4553900" y="4952870"/>
            <a:ext cx="180000" cy="180000"/>
            <a:chOff x="7503475" y="3745100"/>
            <a:chExt cx="535200" cy="535200"/>
          </a:xfrm>
        </p:grpSpPr>
        <p:pic>
          <p:nvPicPr>
            <p:cNvPr id="128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30" name="直接箭头连接符 129"/>
          <p:cNvCxnSpPr>
            <a:stCxn id="120" idx="0"/>
            <a:endCxn id="121" idx="2"/>
          </p:cNvCxnSpPr>
          <p:nvPr/>
        </p:nvCxnSpPr>
        <p:spPr>
          <a:xfrm>
            <a:off x="2642870" y="5046980"/>
            <a:ext cx="193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stCxn id="121" idx="0"/>
            <a:endCxn id="125" idx="2"/>
          </p:cNvCxnSpPr>
          <p:nvPr/>
        </p:nvCxnSpPr>
        <p:spPr>
          <a:xfrm flipV="1">
            <a:off x="3088005" y="5043170"/>
            <a:ext cx="193675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stCxn id="125" idx="6"/>
            <a:endCxn id="122" idx="2"/>
          </p:cNvCxnSpPr>
          <p:nvPr/>
        </p:nvCxnSpPr>
        <p:spPr>
          <a:xfrm>
            <a:off x="3461385" y="5043170"/>
            <a:ext cx="195580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stCxn id="122" idx="0"/>
            <a:endCxn id="126" idx="2"/>
          </p:cNvCxnSpPr>
          <p:nvPr/>
        </p:nvCxnSpPr>
        <p:spPr>
          <a:xfrm>
            <a:off x="3909060" y="5046980"/>
            <a:ext cx="198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26" idx="0"/>
            <a:endCxn id="129" idx="2"/>
          </p:cNvCxnSpPr>
          <p:nvPr/>
        </p:nvCxnSpPr>
        <p:spPr>
          <a:xfrm flipV="1">
            <a:off x="4359910" y="5043170"/>
            <a:ext cx="193675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 rot="5400000">
            <a:off x="4642870" y="491588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7" name="圆角矩形 136"/>
          <p:cNvSpPr/>
          <p:nvPr/>
        </p:nvSpPr>
        <p:spPr>
          <a:xfrm rot="5400000">
            <a:off x="5088005" y="491588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SW-MSA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圆角矩形 137"/>
          <p:cNvSpPr/>
          <p:nvPr/>
        </p:nvSpPr>
        <p:spPr>
          <a:xfrm rot="5400000">
            <a:off x="5916045" y="491588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9" name="Google Shape;128;p19"/>
          <p:cNvGrpSpPr>
            <a:grpSpLocks noChangeAspect="1"/>
          </p:cNvGrpSpPr>
          <p:nvPr/>
        </p:nvGrpSpPr>
        <p:grpSpPr>
          <a:xfrm>
            <a:off x="5825805" y="4947790"/>
            <a:ext cx="180000" cy="180000"/>
            <a:chOff x="7503475" y="3745100"/>
            <a:chExt cx="535200" cy="535200"/>
          </a:xfrm>
        </p:grpSpPr>
        <p:pic>
          <p:nvPicPr>
            <p:cNvPr id="140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sp>
        <p:nvSpPr>
          <p:cNvPr id="142" name="圆角矩形 141"/>
          <p:cNvSpPr/>
          <p:nvPr/>
        </p:nvSpPr>
        <p:spPr>
          <a:xfrm rot="5400000">
            <a:off x="6366895" y="4915880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FFN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3" name="Google Shape;128;p19"/>
          <p:cNvGrpSpPr>
            <a:grpSpLocks noChangeAspect="1"/>
          </p:cNvGrpSpPr>
          <p:nvPr/>
        </p:nvGrpSpPr>
        <p:grpSpPr>
          <a:xfrm>
            <a:off x="7104695" y="4952870"/>
            <a:ext cx="180000" cy="180000"/>
            <a:chOff x="7503475" y="3745100"/>
            <a:chExt cx="535200" cy="535200"/>
          </a:xfrm>
        </p:grpSpPr>
        <p:pic>
          <p:nvPicPr>
            <p:cNvPr id="144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46" name="直接箭头连接符 145"/>
          <p:cNvCxnSpPr>
            <a:stCxn id="135" idx="0"/>
            <a:endCxn id="137" idx="2"/>
          </p:cNvCxnSpPr>
          <p:nvPr/>
        </p:nvCxnSpPr>
        <p:spPr>
          <a:xfrm>
            <a:off x="5182870" y="5041900"/>
            <a:ext cx="193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>
            <a:stCxn id="137" idx="0"/>
            <a:endCxn id="141" idx="2"/>
          </p:cNvCxnSpPr>
          <p:nvPr/>
        </p:nvCxnSpPr>
        <p:spPr>
          <a:xfrm flipV="1">
            <a:off x="5628005" y="5038090"/>
            <a:ext cx="197485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>
            <a:stCxn id="141" idx="6"/>
            <a:endCxn id="138" idx="2"/>
          </p:cNvCxnSpPr>
          <p:nvPr/>
        </p:nvCxnSpPr>
        <p:spPr>
          <a:xfrm>
            <a:off x="6005195" y="5038090"/>
            <a:ext cx="198755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159" idx="6"/>
            <a:endCxn id="120" idx="2"/>
          </p:cNvCxnSpPr>
          <p:nvPr/>
        </p:nvCxnSpPr>
        <p:spPr>
          <a:xfrm>
            <a:off x="2186940" y="5043170"/>
            <a:ext cx="203835" cy="38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肘形连接符 154"/>
          <p:cNvCxnSpPr>
            <a:stCxn id="159" idx="6"/>
            <a:endCxn id="125" idx="0"/>
          </p:cNvCxnSpPr>
          <p:nvPr/>
        </p:nvCxnSpPr>
        <p:spPr>
          <a:xfrm flipV="1">
            <a:off x="2186940" y="4953000"/>
            <a:ext cx="1184910" cy="89535"/>
          </a:xfrm>
          <a:prstGeom prst="bentConnector4">
            <a:avLst>
              <a:gd name="adj1" fmla="val 6055"/>
              <a:gd name="adj2" fmla="val 5702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stCxn id="129" idx="6"/>
            <a:endCxn id="135" idx="2"/>
          </p:cNvCxnSpPr>
          <p:nvPr/>
        </p:nvCxnSpPr>
        <p:spPr>
          <a:xfrm flipV="1">
            <a:off x="4733290" y="5041900"/>
            <a:ext cx="197485" cy="1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Google Shape;130;p19"/>
          <p:cNvSpPr>
            <a:spLocks noChangeAspect="1"/>
          </p:cNvSpPr>
          <p:nvPr/>
        </p:nvSpPr>
        <p:spPr>
          <a:xfrm>
            <a:off x="2007235" y="4953000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F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160" name="直接箭头连接符 159"/>
          <p:cNvCxnSpPr>
            <a:endCxn id="159" idx="2"/>
          </p:cNvCxnSpPr>
          <p:nvPr/>
        </p:nvCxnSpPr>
        <p:spPr>
          <a:xfrm flipV="1">
            <a:off x="1791335" y="5042535"/>
            <a:ext cx="21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1" name="Google Shape;128;p19"/>
          <p:cNvGrpSpPr>
            <a:grpSpLocks noChangeAspect="1"/>
          </p:cNvGrpSpPr>
          <p:nvPr/>
        </p:nvGrpSpPr>
        <p:grpSpPr>
          <a:xfrm>
            <a:off x="7481885" y="4952870"/>
            <a:ext cx="180000" cy="180000"/>
            <a:chOff x="7503475" y="3745100"/>
            <a:chExt cx="535200" cy="535200"/>
          </a:xfrm>
        </p:grpSpPr>
        <p:pic>
          <p:nvPicPr>
            <p:cNvPr id="162" name="Google Shape;129;p19" descr="+" title="MathEquation,#585858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577600" y="3803262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30;p19"/>
            <p:cNvSpPr/>
            <p:nvPr/>
          </p:nvSpPr>
          <p:spPr>
            <a:xfrm>
              <a:off x="7503475" y="3745100"/>
              <a:ext cx="535200" cy="5352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</p:grpSp>
      <p:cxnSp>
        <p:nvCxnSpPr>
          <p:cNvPr id="166" name="直接箭头连接符 165"/>
          <p:cNvCxnSpPr/>
          <p:nvPr/>
        </p:nvCxnSpPr>
        <p:spPr>
          <a:xfrm flipV="1">
            <a:off x="7661275" y="5038090"/>
            <a:ext cx="198000" cy="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138" idx="0"/>
            <a:endCxn id="142" idx="2"/>
          </p:cNvCxnSpPr>
          <p:nvPr/>
        </p:nvCxnSpPr>
        <p:spPr>
          <a:xfrm>
            <a:off x="6456045" y="5041900"/>
            <a:ext cx="198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42" idx="0"/>
            <a:endCxn id="145" idx="2"/>
          </p:cNvCxnSpPr>
          <p:nvPr/>
        </p:nvCxnSpPr>
        <p:spPr>
          <a:xfrm>
            <a:off x="6906895" y="5041900"/>
            <a:ext cx="197485" cy="1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7284085" y="5043170"/>
            <a:ext cx="1974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/>
          <p:nvPr/>
        </p:nvCxnSpPr>
        <p:spPr>
          <a:xfrm flipV="1">
            <a:off x="3461385" y="4953000"/>
            <a:ext cx="1182370" cy="89535"/>
          </a:xfrm>
          <a:prstGeom prst="bentConnector4">
            <a:avLst>
              <a:gd name="adj1" fmla="val 5316"/>
              <a:gd name="adj2" fmla="val 56241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flipV="1">
            <a:off x="4733290" y="4947920"/>
            <a:ext cx="1182370" cy="94615"/>
          </a:xfrm>
          <a:prstGeom prst="bentConnector4">
            <a:avLst>
              <a:gd name="adj1" fmla="val 5316"/>
              <a:gd name="adj2" fmla="val 5369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/>
          <p:nvPr/>
        </p:nvCxnSpPr>
        <p:spPr>
          <a:xfrm flipV="1">
            <a:off x="6005195" y="4953000"/>
            <a:ext cx="1189355" cy="84455"/>
          </a:xfrm>
          <a:prstGeom prst="bentConnector4">
            <a:avLst>
              <a:gd name="adj1" fmla="val 6300"/>
              <a:gd name="adj2" fmla="val 5872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/>
          <p:nvPr/>
        </p:nvCxnSpPr>
        <p:spPr>
          <a:xfrm rot="10800000" flipH="1" flipV="1">
            <a:off x="2006600" y="5042535"/>
            <a:ext cx="5564505" cy="90170"/>
          </a:xfrm>
          <a:prstGeom prst="bentConnector4">
            <a:avLst>
              <a:gd name="adj1" fmla="val -2704"/>
              <a:gd name="adj2" fmla="val 7450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圆角矩形 76"/>
          <p:cNvSpPr/>
          <p:nvPr/>
        </p:nvSpPr>
        <p:spPr>
          <a:xfrm>
            <a:off x="8082280" y="4448810"/>
            <a:ext cx="2100580" cy="1356360"/>
          </a:xfrm>
          <a:prstGeom prst="roundRect">
            <a:avLst>
              <a:gd name="adj" fmla="val 8530"/>
            </a:avLst>
          </a:prstGeom>
          <a:solidFill>
            <a:srgbClr val="FFF0C8"/>
          </a:solidFill>
          <a:ln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6" name="肘形连接符 95"/>
          <p:cNvCxnSpPr/>
          <p:nvPr/>
        </p:nvCxnSpPr>
        <p:spPr>
          <a:xfrm>
            <a:off x="8465820" y="4774565"/>
            <a:ext cx="365125" cy="252000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/>
          <p:nvPr/>
        </p:nvCxnSpPr>
        <p:spPr>
          <a:xfrm flipV="1">
            <a:off x="8465820" y="5208905"/>
            <a:ext cx="365125" cy="252000"/>
          </a:xfrm>
          <a:prstGeom prst="bentConnector2">
            <a:avLst/>
          </a:prstGeom>
          <a:ln w="12700"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8038465" y="4420870"/>
            <a:ext cx="1105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(c) AFEM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圆角矩形 57"/>
          <p:cNvSpPr/>
          <p:nvPr/>
        </p:nvSpPr>
        <p:spPr>
          <a:xfrm rot="5400000">
            <a:off x="8828155" y="4992715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Conv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圆角矩形 58"/>
          <p:cNvSpPr/>
          <p:nvPr/>
        </p:nvSpPr>
        <p:spPr>
          <a:xfrm rot="5400000">
            <a:off x="9261860" y="4992715"/>
            <a:ext cx="8280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DC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Google Shape;130;p19"/>
          <p:cNvSpPr>
            <a:spLocks noChangeAspect="1"/>
          </p:cNvSpPr>
          <p:nvPr/>
        </p:nvSpPr>
        <p:spPr>
          <a:xfrm>
            <a:off x="8743950" y="5027295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71" name="直接箭头连接符 70"/>
          <p:cNvCxnSpPr>
            <a:stCxn id="62" idx="6"/>
            <a:endCxn id="58" idx="2"/>
          </p:cNvCxnSpPr>
          <p:nvPr/>
        </p:nvCxnSpPr>
        <p:spPr>
          <a:xfrm>
            <a:off x="8923655" y="5117465"/>
            <a:ext cx="192405" cy="1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58" idx="0"/>
            <a:endCxn id="59" idx="2"/>
          </p:cNvCxnSpPr>
          <p:nvPr/>
        </p:nvCxnSpPr>
        <p:spPr>
          <a:xfrm>
            <a:off x="9368155" y="5118735"/>
            <a:ext cx="1816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 flipV="1">
            <a:off x="9801860" y="5117465"/>
            <a:ext cx="198000" cy="5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7212330" y="4420870"/>
            <a:ext cx="9442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(b) HWA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2228850" y="4495165"/>
            <a:ext cx="2520315" cy="1169670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4771390" y="4495165"/>
            <a:ext cx="2520315" cy="1169670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2900045" y="5438140"/>
            <a:ext cx="1207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Local modeling</a:t>
            </a:r>
            <a:endParaRPr lang="en-US" altLang="zh-CN" sz="12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537200" y="5433060"/>
            <a:ext cx="13627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Global modeling</a:t>
            </a:r>
            <a:endParaRPr lang="en-US" altLang="zh-CN" sz="12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圆角矩形 76"/>
          <p:cNvSpPr/>
          <p:nvPr/>
        </p:nvSpPr>
        <p:spPr>
          <a:xfrm>
            <a:off x="2312035" y="2710180"/>
            <a:ext cx="3068955" cy="1069975"/>
          </a:xfrm>
          <a:prstGeom prst="roundRect">
            <a:avLst>
              <a:gd name="adj" fmla="val 8530"/>
            </a:avLst>
          </a:prstGeom>
          <a:solidFill>
            <a:srgbClr val="FFF0C8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Google Shape;130;p19"/>
          <p:cNvSpPr>
            <a:spLocks noChangeAspect="1"/>
          </p:cNvSpPr>
          <p:nvPr/>
        </p:nvSpPr>
        <p:spPr>
          <a:xfrm>
            <a:off x="2691130" y="3148330"/>
            <a:ext cx="198000" cy="198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4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96" name="肘形连接符 95"/>
          <p:cNvCxnSpPr/>
          <p:nvPr/>
        </p:nvCxnSpPr>
        <p:spPr>
          <a:xfrm>
            <a:off x="2425065" y="2821940"/>
            <a:ext cx="365125" cy="324000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10" idx="3"/>
            <a:endCxn id="36" idx="4"/>
          </p:cNvCxnSpPr>
          <p:nvPr/>
        </p:nvCxnSpPr>
        <p:spPr>
          <a:xfrm flipV="1">
            <a:off x="2425065" y="3346450"/>
            <a:ext cx="365125" cy="324000"/>
          </a:xfrm>
          <a:prstGeom prst="bentConnector2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圆角矩形 109"/>
          <p:cNvSpPr/>
          <p:nvPr/>
        </p:nvSpPr>
        <p:spPr>
          <a:xfrm>
            <a:off x="3154045" y="3089910"/>
            <a:ext cx="792000" cy="324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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 Conv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7" name="直接箭头连接符 6"/>
          <p:cNvCxnSpPr>
            <a:stCxn id="36" idx="6"/>
            <a:endCxn id="110" idx="1"/>
          </p:cNvCxnSpPr>
          <p:nvPr/>
        </p:nvCxnSpPr>
        <p:spPr>
          <a:xfrm>
            <a:off x="2889250" y="3247390"/>
            <a:ext cx="264795" cy="4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4232910" y="3089910"/>
            <a:ext cx="684000" cy="32400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DC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9" name="直接箭头连接符 8"/>
          <p:cNvCxnSpPr>
            <a:stCxn id="110" idx="3"/>
            <a:endCxn id="8" idx="1"/>
          </p:cNvCxnSpPr>
          <p:nvPr/>
        </p:nvCxnSpPr>
        <p:spPr>
          <a:xfrm>
            <a:off x="3945890" y="325183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916170" y="3251835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Google Shape;130;p19"/>
          <p:cNvSpPr>
            <a:spLocks noChangeAspect="1"/>
          </p:cNvSpPr>
          <p:nvPr/>
        </p:nvSpPr>
        <p:spPr>
          <a:xfrm>
            <a:off x="2291080" y="3820795"/>
            <a:ext cx="180000" cy="1800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</a:t>
            </a:r>
            <a:endParaRPr lang="en-US" sz="1200">
              <a:solidFill>
                <a:srgbClr val="666666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07920" y="3778250"/>
            <a:ext cx="1116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Concatenate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44240" y="3820795"/>
            <a:ext cx="396000" cy="18000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DC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91585" y="3778250"/>
            <a:ext cx="17379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Deformable Convolution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65345" y="2696210"/>
            <a:ext cx="831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AFEM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49984"/>
          <a:stretch>
            <a:fillRect/>
          </a:stretch>
        </p:blipFill>
        <p:spPr>
          <a:xfrm>
            <a:off x="143510" y="187325"/>
            <a:ext cx="1077195" cy="10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0016"/>
          <a:stretch>
            <a:fillRect/>
          </a:stretch>
        </p:blipFill>
        <p:spPr>
          <a:xfrm>
            <a:off x="1250950" y="187325"/>
            <a:ext cx="1076493" cy="10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50016"/>
          <a:stretch>
            <a:fillRect/>
          </a:stretch>
        </p:blipFill>
        <p:spPr>
          <a:xfrm>
            <a:off x="6784975" y="187325"/>
            <a:ext cx="1076493" cy="108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50016"/>
          <a:stretch>
            <a:fillRect/>
          </a:stretch>
        </p:blipFill>
        <p:spPr>
          <a:xfrm>
            <a:off x="3464560" y="187325"/>
            <a:ext cx="1076493" cy="108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50016"/>
          <a:stretch>
            <a:fillRect/>
          </a:stretch>
        </p:blipFill>
        <p:spPr>
          <a:xfrm>
            <a:off x="2357755" y="187325"/>
            <a:ext cx="1076493" cy="10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l="50016"/>
          <a:stretch>
            <a:fillRect/>
          </a:stretch>
        </p:blipFill>
        <p:spPr>
          <a:xfrm>
            <a:off x="5678170" y="187325"/>
            <a:ext cx="1076493" cy="10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rcRect l="50016"/>
          <a:stretch>
            <a:fillRect/>
          </a:stretch>
        </p:blipFill>
        <p:spPr>
          <a:xfrm>
            <a:off x="4571365" y="187325"/>
            <a:ext cx="1076493" cy="108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rcRect r="49984"/>
          <a:stretch>
            <a:fillRect/>
          </a:stretch>
        </p:blipFill>
        <p:spPr>
          <a:xfrm>
            <a:off x="143510" y="1302385"/>
            <a:ext cx="1077195" cy="108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rcRect l="50016"/>
          <a:stretch>
            <a:fillRect/>
          </a:stretch>
        </p:blipFill>
        <p:spPr>
          <a:xfrm>
            <a:off x="1250950" y="1302385"/>
            <a:ext cx="1076493" cy="108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rcRect l="50016"/>
          <a:stretch>
            <a:fillRect/>
          </a:stretch>
        </p:blipFill>
        <p:spPr>
          <a:xfrm>
            <a:off x="2357755" y="1302385"/>
            <a:ext cx="1076493" cy="108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rcRect l="50016"/>
          <a:stretch>
            <a:fillRect/>
          </a:stretch>
        </p:blipFill>
        <p:spPr>
          <a:xfrm>
            <a:off x="5678170" y="1302385"/>
            <a:ext cx="1076493" cy="108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rcRect l="50016"/>
          <a:stretch>
            <a:fillRect/>
          </a:stretch>
        </p:blipFill>
        <p:spPr>
          <a:xfrm>
            <a:off x="6784975" y="1302385"/>
            <a:ext cx="1076493" cy="10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rcRect l="50016"/>
          <a:stretch>
            <a:fillRect/>
          </a:stretch>
        </p:blipFill>
        <p:spPr>
          <a:xfrm>
            <a:off x="4571365" y="1302385"/>
            <a:ext cx="1076493" cy="1080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rcRect l="50016"/>
          <a:stretch>
            <a:fillRect/>
          </a:stretch>
        </p:blipFill>
        <p:spPr>
          <a:xfrm>
            <a:off x="3464560" y="1302385"/>
            <a:ext cx="1076493" cy="1080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rcRect l="50016"/>
          <a:stretch>
            <a:fillRect/>
          </a:stretch>
        </p:blipFill>
        <p:spPr>
          <a:xfrm>
            <a:off x="1250950" y="3532505"/>
            <a:ext cx="1076493" cy="108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3"/>
          <a:srcRect l="50016"/>
          <a:stretch>
            <a:fillRect/>
          </a:stretch>
        </p:blipFill>
        <p:spPr>
          <a:xfrm>
            <a:off x="143510" y="3532505"/>
            <a:ext cx="1076493" cy="10800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4"/>
          <a:srcRect l="50016"/>
          <a:stretch>
            <a:fillRect/>
          </a:stretch>
        </p:blipFill>
        <p:spPr>
          <a:xfrm>
            <a:off x="3465830" y="3532505"/>
            <a:ext cx="1076493" cy="108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5"/>
          <a:srcRect l="50016"/>
          <a:stretch>
            <a:fillRect/>
          </a:stretch>
        </p:blipFill>
        <p:spPr>
          <a:xfrm>
            <a:off x="2358390" y="3532505"/>
            <a:ext cx="1076493" cy="1080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6"/>
          <a:srcRect l="50016"/>
          <a:stretch>
            <a:fillRect/>
          </a:stretch>
        </p:blipFill>
        <p:spPr>
          <a:xfrm>
            <a:off x="4573270" y="3532505"/>
            <a:ext cx="1076493" cy="1080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7"/>
          <a:srcRect l="50016"/>
          <a:stretch>
            <a:fillRect/>
          </a:stretch>
        </p:blipFill>
        <p:spPr>
          <a:xfrm>
            <a:off x="5680710" y="3532505"/>
            <a:ext cx="1076493" cy="1080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8"/>
          <a:srcRect l="50016"/>
          <a:stretch>
            <a:fillRect/>
          </a:stretch>
        </p:blipFill>
        <p:spPr>
          <a:xfrm>
            <a:off x="6788150" y="3532505"/>
            <a:ext cx="1076493" cy="10800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9"/>
          <a:srcRect r="49984"/>
          <a:stretch>
            <a:fillRect/>
          </a:stretch>
        </p:blipFill>
        <p:spPr>
          <a:xfrm>
            <a:off x="142875" y="2417445"/>
            <a:ext cx="1077195" cy="10800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9"/>
          <a:srcRect l="50016"/>
          <a:stretch>
            <a:fillRect/>
          </a:stretch>
        </p:blipFill>
        <p:spPr>
          <a:xfrm>
            <a:off x="4573270" y="2417445"/>
            <a:ext cx="1076493" cy="1080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0"/>
          <a:srcRect l="50016"/>
          <a:stretch>
            <a:fillRect/>
          </a:stretch>
        </p:blipFill>
        <p:spPr>
          <a:xfrm>
            <a:off x="5678170" y="2417445"/>
            <a:ext cx="1076493" cy="10800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1"/>
          <a:srcRect l="50016"/>
          <a:stretch>
            <a:fillRect/>
          </a:stretch>
        </p:blipFill>
        <p:spPr>
          <a:xfrm>
            <a:off x="2358390" y="2417445"/>
            <a:ext cx="1076493" cy="1080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2"/>
          <a:srcRect l="50016"/>
          <a:stretch>
            <a:fillRect/>
          </a:stretch>
        </p:blipFill>
        <p:spPr>
          <a:xfrm>
            <a:off x="3465830" y="2417445"/>
            <a:ext cx="1076493" cy="1080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3"/>
          <a:srcRect l="50016"/>
          <a:stretch>
            <a:fillRect/>
          </a:stretch>
        </p:blipFill>
        <p:spPr>
          <a:xfrm>
            <a:off x="1250950" y="2417445"/>
            <a:ext cx="1076493" cy="1080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4"/>
          <a:srcRect l="50016"/>
          <a:stretch>
            <a:fillRect/>
          </a:stretch>
        </p:blipFill>
        <p:spPr>
          <a:xfrm>
            <a:off x="6788150" y="2417445"/>
            <a:ext cx="1076493" cy="1080000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501650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(a)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09725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(b)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715260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(c)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823970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(d)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932045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(e)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37580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(f)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43750" y="4569460"/>
            <a:ext cx="364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(g)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15615" y="765810"/>
            <a:ext cx="1260000" cy="12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20235" y="765810"/>
            <a:ext cx="1260000" cy="12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17235" y="765810"/>
            <a:ext cx="1260000" cy="12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15615" y="2271395"/>
            <a:ext cx="1260000" cy="12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20235" y="2271395"/>
            <a:ext cx="1260000" cy="126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17235" y="2271395"/>
            <a:ext cx="1260000" cy="1260000"/>
          </a:xfrm>
          <a:prstGeom prst="rect">
            <a:avLst/>
          </a:prstGeom>
        </p:spPr>
      </p:pic>
      <p:sp>
        <p:nvSpPr>
          <p:cNvPr id="135" name="文本框 134"/>
          <p:cNvSpPr txBox="1"/>
          <p:nvPr>
            <p:custDataLst>
              <p:tags r:id="rId13"/>
            </p:custDataLst>
          </p:nvPr>
        </p:nvSpPr>
        <p:spPr>
          <a:xfrm>
            <a:off x="3378200" y="1979930"/>
            <a:ext cx="851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(a) Cr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4"/>
            </p:custDataLst>
          </p:nvPr>
        </p:nvSpPr>
        <p:spPr>
          <a:xfrm>
            <a:off x="4791075" y="1979930"/>
            <a:ext cx="6280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(b) In 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6193790" y="1979930"/>
            <a:ext cx="8070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(c) Pa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6"/>
            </p:custDataLst>
          </p:nvPr>
        </p:nvSpPr>
        <p:spPr>
          <a:xfrm>
            <a:off x="3404235" y="3485515"/>
            <a:ext cx="6127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(d) Ps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4817110" y="3485515"/>
            <a:ext cx="643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(e) Rs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6227445" y="3485515"/>
            <a:ext cx="6978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(f) Sc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0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1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2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3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4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5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6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7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8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79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80.xml><?xml version="1.0" encoding="utf-8"?>
<p:tagLst xmlns:p="http://schemas.openxmlformats.org/presentationml/2006/main">
  <p:tag name="KSO_WM_DIAGRAM_VIRTUALLY_FRAME" val="{&quot;height&quot;:268.8,&quot;left&quot;:35.45,&quot;top&quot;:60.3,&quot;width&quot;:603.3626007080078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演示</Application>
  <PresentationFormat>宽屏</PresentationFormat>
  <Paragraphs>218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Times New Roman</vt:lpstr>
      <vt:lpstr>Symbol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　</cp:lastModifiedBy>
  <cp:revision>173</cp:revision>
  <dcterms:created xsi:type="dcterms:W3CDTF">2019-06-19T02:08:00Z</dcterms:created>
  <dcterms:modified xsi:type="dcterms:W3CDTF">2025-06-18T01:06:40Z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685FEC0D7C634BEA8BA8E382F13B681C_13</vt:lpwstr>
  </property>
</Properties>
</file>